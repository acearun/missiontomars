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8D95C-17FB-4185-6CA8-0E8D9A9F7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1BFC08-249F-DDD1-D9BB-AF53F5D25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F8943-48B6-6068-B98D-3F73415CA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E9C8-0260-5249-A6CC-8F9383C4E0BC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E25FB-5438-B71F-A7D7-343BF8B93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C8377-F161-69A5-F2DE-D2634FC6A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98C00-D224-9E42-952D-01A2D964D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38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4D21-C3CD-8F8E-68D2-6162CCCEB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E5A15-FAC3-5639-723F-C4735EE82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A60CF-6225-3D74-0587-3C653950A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E9C8-0260-5249-A6CC-8F9383C4E0BC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D1CE4-9154-A36E-320F-A7C506BB4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DA669-EA65-7F9D-867E-DFEB455D3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98C00-D224-9E42-952D-01A2D964D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465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BAAF3-9A32-CE30-C507-6B6756413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1FF2E-1D84-C0F8-133C-937855E18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11BE2-E1FD-377A-ADA3-BAC9F6C2B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E9C8-0260-5249-A6CC-8F9383C4E0BC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DACFD-A6E6-E9D4-828F-50073CA96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2B2E7-828D-E591-744B-AFE92136E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98C00-D224-9E42-952D-01A2D964D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7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239B6-0FA9-1A3C-CA6D-B44BCA856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DF944-CA2B-E015-A962-2585946C9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62AEBA-AC6E-8250-5825-4A766D8D8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F52C3-A2EB-C9D3-CC48-16AED88E9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E9C8-0260-5249-A6CC-8F9383C4E0BC}" type="datetimeFigureOut">
              <a:rPr lang="en-US" smtClean="0"/>
              <a:t>7/22/25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5ECE4-6A77-251C-65B6-1388E75B1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CE421-7ABA-40D3-9EAB-C8E10AC5F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98C00-D224-9E42-952D-01A2D964D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57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AF095-2993-02C0-AF9A-C0365DC32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4AF9E-8DE9-F8E2-50DE-510B1CF89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9F9D38-88B9-9464-12C4-CA23F31D6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48BB75-CC4D-4B96-636C-EACF8F7828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3CC154-D08C-9B22-B0FB-D996582093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72D9F-B0EB-7AB7-7C3B-F55E60718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E9C8-0260-5249-A6CC-8F9383C4E0BC}" type="datetimeFigureOut">
              <a:rPr lang="en-US" smtClean="0"/>
              <a:t>7/22/25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2DB3D-B5BB-4F7D-842A-62CF43FC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30F0AE-A04C-9B20-DB9D-5660A6FA4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98C00-D224-9E42-952D-01A2D964D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487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1ED7D-55D9-3F29-8AB1-5A9AC5BB4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45B1C1-6738-DDB2-D3E2-E148EA5E8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E9C8-0260-5249-A6CC-8F9383C4E0BC}" type="datetimeFigureOut">
              <a:rPr lang="en-US" smtClean="0"/>
              <a:t>7/22/25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23F09C-98D3-C02E-05CE-77EE36EA7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821F68-028F-1F1E-D8FF-2A7846FB2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98C00-D224-9E42-952D-01A2D964D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983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B583A7-C29E-67B4-C777-123D5B103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E9C8-0260-5249-A6CC-8F9383C4E0BC}" type="datetimeFigureOut">
              <a:rPr lang="en-US" smtClean="0"/>
              <a:t>7/22/25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20B13-7D20-C306-0073-109C8072D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04AB8-8357-EF16-98AD-28E14505D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98C00-D224-9E42-952D-01A2D964D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05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77F89-3AEC-56C7-3EE2-0E7C822B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FFC65-AC93-3972-23A1-4C0C814F3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045B0-30F5-2612-CF71-740F1CA845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26DAC-6DE2-E4EA-2A95-269624C7D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E9C8-0260-5249-A6CC-8F9383C4E0BC}" type="datetimeFigureOut">
              <a:rPr lang="en-US" smtClean="0"/>
              <a:t>7/22/25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06385-81A5-42DB-88B0-AC4D8024B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F8030-5F4C-A395-7646-2B99549BF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98C00-D224-9E42-952D-01A2D964D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58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4CA50-1816-22D1-8ADB-010160455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E465A0-6D78-6BBA-A791-111394ACC3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CF6E99-53C7-60CC-CB74-9DFF520BB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F2D45-92A1-B463-B36B-A66C6453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E9C8-0260-5249-A6CC-8F9383C4E0BC}" type="datetimeFigureOut">
              <a:rPr lang="en-US" smtClean="0"/>
              <a:t>7/22/25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82C8B-1D47-B9AD-7FD4-14AF8ECB9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840DF-A1DD-7A03-987F-8DC55CAED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98C00-D224-9E42-952D-01A2D964D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745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67F15-F52D-2B80-BBC9-4C2C05052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2350C4-119C-CF72-7E42-FC7440A0A5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A3471-BC4B-82D4-E391-B53CBE4B7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E9C8-0260-5249-A6CC-8F9383C4E0BC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16941-240E-D543-40F8-C24F73235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1E598-244E-DD35-49E7-EEFAF0492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98C00-D224-9E42-952D-01A2D964D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848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E5E107-5500-ECBB-0D2B-83095769F9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74F72B-40AD-90B2-A487-87CBD179E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34D97-1A06-DA5D-CA92-C6532BE0D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E9C8-0260-5249-A6CC-8F9383C4E0BC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EE458-80CA-E935-3F57-6FC3DB837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71EA1-21C0-A88A-93B6-F3886E7CF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98C00-D224-9E42-952D-01A2D964D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430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8135A4-931F-312A-D247-754D2B941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FA634-5807-3B5C-A65E-1E90AA063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9FB14-FE2F-4CA0-3EB6-10D2CAE69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8FE9C8-0260-5249-A6CC-8F9383C4E0BC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48F7A-D9D0-CA07-4243-7209CFB5C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EB806-519A-9AA0-EBBC-9D3A31CB33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E98C00-D224-9E42-952D-01A2D964D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48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1CE05-8E08-5241-0456-EBDBFE953E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Servos vs. Motors Quiz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C7D97E-07FE-F09E-3994-196B82B6D2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Mission to Mars</a:t>
            </a:r>
          </a:p>
        </p:txBody>
      </p:sp>
    </p:spTree>
    <p:extLst>
      <p:ext uri="{BB962C8B-B14F-4D97-AF65-F5344CB8AC3E}">
        <p14:creationId xmlns:p14="http://schemas.microsoft.com/office/powerpoint/2010/main" val="1653207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CE993-1948-4FCB-39D6-5428CB75D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5907"/>
            <a:ext cx="10515600" cy="490105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Which of the following is TRUE about DC motors?</a:t>
            </a:r>
            <a:br>
              <a:rPr lang="en-US" dirty="0"/>
            </a:br>
            <a:r>
              <a:rPr lang="en-US" dirty="0"/>
              <a:t>a) They move to a specific position and stop automatically</a:t>
            </a:r>
            <a:br>
              <a:rPr lang="en-US" dirty="0"/>
            </a:br>
            <a:r>
              <a:rPr lang="en-US" dirty="0"/>
              <a:t>b) They continuously spin when power is applied</a:t>
            </a:r>
            <a:br>
              <a:rPr lang="en-US" dirty="0"/>
            </a:br>
            <a:r>
              <a:rPr lang="en-US" dirty="0"/>
              <a:t>c) They require a control signal to set their angle</a:t>
            </a:r>
            <a:br>
              <a:rPr lang="en-US" dirty="0"/>
            </a:br>
            <a:r>
              <a:rPr lang="en-US" dirty="0"/>
              <a:t>d) They are only used in robotic arms</a:t>
            </a:r>
          </a:p>
        </p:txBody>
      </p:sp>
    </p:spTree>
    <p:extLst>
      <p:ext uri="{BB962C8B-B14F-4D97-AF65-F5344CB8AC3E}">
        <p14:creationId xmlns:p14="http://schemas.microsoft.com/office/powerpoint/2010/main" val="2388863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004D5-38C6-91A9-97F7-65C57A1DB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16540-F0BC-E30B-EAA5-546B3ADA0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5907"/>
            <a:ext cx="10515600" cy="490105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What is a key feature of a servo motor that a regular DC motor lacks?</a:t>
            </a:r>
            <a:br>
              <a:rPr lang="en-US" dirty="0"/>
            </a:br>
            <a:r>
              <a:rPr lang="en-US" dirty="0"/>
              <a:t>a) Higher voltage range</a:t>
            </a:r>
            <a:br>
              <a:rPr lang="en-US" dirty="0"/>
            </a:br>
            <a:r>
              <a:rPr lang="en-US" dirty="0"/>
              <a:t>b) Gearbox for high speed</a:t>
            </a:r>
            <a:br>
              <a:rPr lang="en-US" dirty="0"/>
            </a:br>
            <a:r>
              <a:rPr lang="en-US" dirty="0"/>
              <a:t>c) Built-in position control</a:t>
            </a:r>
            <a:br>
              <a:rPr lang="en-US" dirty="0"/>
            </a:br>
            <a:r>
              <a:rPr lang="en-US" dirty="0"/>
              <a:t>d) Ability to run indefinitely</a:t>
            </a:r>
          </a:p>
        </p:txBody>
      </p:sp>
    </p:spTree>
    <p:extLst>
      <p:ext uri="{BB962C8B-B14F-4D97-AF65-F5344CB8AC3E}">
        <p14:creationId xmlns:p14="http://schemas.microsoft.com/office/powerpoint/2010/main" val="2864534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012DA-4DCD-DCB6-4B3D-1F4701A1E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5D9E4-D5C3-6E44-7D15-391BE48FB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5907"/>
            <a:ext cx="10515600" cy="490105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When would you typically choose a servo motor over a DC motor?</a:t>
            </a:r>
            <a:br>
              <a:rPr lang="en-US" dirty="0"/>
            </a:br>
            <a:r>
              <a:rPr lang="en-US" dirty="0"/>
              <a:t>a) For driving wheels on a robot</a:t>
            </a:r>
            <a:br>
              <a:rPr lang="en-US" dirty="0"/>
            </a:br>
            <a:r>
              <a:rPr lang="en-US" dirty="0"/>
              <a:t>b) For turning a camera to a specific angle</a:t>
            </a:r>
            <a:br>
              <a:rPr lang="en-US" dirty="0"/>
            </a:br>
            <a:r>
              <a:rPr lang="en-US" dirty="0"/>
              <a:t>c) For generating electricity</a:t>
            </a:r>
            <a:br>
              <a:rPr lang="en-US" dirty="0"/>
            </a:br>
            <a:r>
              <a:rPr lang="en-US" dirty="0"/>
              <a:t>d) For powering a conveyor belt</a:t>
            </a:r>
          </a:p>
        </p:txBody>
      </p:sp>
    </p:spTree>
    <p:extLst>
      <p:ext uri="{BB962C8B-B14F-4D97-AF65-F5344CB8AC3E}">
        <p14:creationId xmlns:p14="http://schemas.microsoft.com/office/powerpoint/2010/main" val="307421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2EDB-428A-81D3-46DE-82D4D3448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9BB64-F450-58AE-27F4-5CC7C948A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5907"/>
            <a:ext cx="10515600" cy="490105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Which component is typically used with DC motors to monitor rotation?</a:t>
            </a:r>
            <a:br>
              <a:rPr lang="en-US" dirty="0"/>
            </a:br>
            <a:r>
              <a:rPr lang="en-US" dirty="0"/>
              <a:t>a) Resistor</a:t>
            </a:r>
            <a:br>
              <a:rPr lang="en-US" dirty="0"/>
            </a:br>
            <a:r>
              <a:rPr lang="en-US" dirty="0"/>
              <a:t>b) Encoder</a:t>
            </a:r>
            <a:br>
              <a:rPr lang="en-US" dirty="0"/>
            </a:br>
            <a:r>
              <a:rPr lang="en-US" dirty="0"/>
              <a:t>c) Potentiometer</a:t>
            </a:r>
            <a:br>
              <a:rPr lang="en-US" dirty="0"/>
            </a:br>
            <a:r>
              <a:rPr lang="en-US" dirty="0"/>
              <a:t>d) Switch</a:t>
            </a:r>
          </a:p>
        </p:txBody>
      </p:sp>
    </p:spTree>
    <p:extLst>
      <p:ext uri="{BB962C8B-B14F-4D97-AF65-F5344CB8AC3E}">
        <p14:creationId xmlns:p14="http://schemas.microsoft.com/office/powerpoint/2010/main" val="2049020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3C8BA-CB72-23B6-2BBA-DD2E6CB1C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A464D-A807-D825-AD97-CE2640880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5907"/>
            <a:ext cx="10515600" cy="490105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What happens when power is cut off to a typical DC motor?</a:t>
            </a:r>
            <a:br>
              <a:rPr lang="en-US" dirty="0"/>
            </a:br>
            <a:r>
              <a:rPr lang="en-US" dirty="0"/>
              <a:t>a) It holds its position</a:t>
            </a:r>
            <a:br>
              <a:rPr lang="en-US" dirty="0"/>
            </a:br>
            <a:r>
              <a:rPr lang="en-US" dirty="0"/>
              <a:t>b) It moves to a zero-degree angle</a:t>
            </a:r>
            <a:br>
              <a:rPr lang="en-US" dirty="0"/>
            </a:br>
            <a:r>
              <a:rPr lang="en-US" dirty="0"/>
              <a:t>c) It continues spinning</a:t>
            </a:r>
            <a:br>
              <a:rPr lang="en-US" dirty="0"/>
            </a:br>
            <a:r>
              <a:rPr lang="en-US" dirty="0"/>
              <a:t>d) It stops spinning immediately</a:t>
            </a:r>
          </a:p>
        </p:txBody>
      </p:sp>
    </p:spTree>
    <p:extLst>
      <p:ext uri="{BB962C8B-B14F-4D97-AF65-F5344CB8AC3E}">
        <p14:creationId xmlns:p14="http://schemas.microsoft.com/office/powerpoint/2010/main" val="3321479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9238A-F32A-42E4-C24A-F50F7B37F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3F5EB-9A7D-3500-57A2-3C6E64D37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5907"/>
            <a:ext cx="10515600" cy="490105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Describe one scenario where using a DC motor would be better than using a servo.</a:t>
            </a:r>
          </a:p>
        </p:txBody>
      </p:sp>
    </p:spTree>
    <p:extLst>
      <p:ext uri="{BB962C8B-B14F-4D97-AF65-F5344CB8AC3E}">
        <p14:creationId xmlns:p14="http://schemas.microsoft.com/office/powerpoint/2010/main" val="3867763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05DE4-E8C9-8B50-9F3F-A3ACF7A51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46A31-0CC4-BB91-066E-E47866A3D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5907"/>
            <a:ext cx="10515600" cy="490105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What is the role of an encoder when using DC motors in robotic applications?</a:t>
            </a:r>
          </a:p>
        </p:txBody>
      </p:sp>
    </p:spTree>
    <p:extLst>
      <p:ext uri="{BB962C8B-B14F-4D97-AF65-F5344CB8AC3E}">
        <p14:creationId xmlns:p14="http://schemas.microsoft.com/office/powerpoint/2010/main" val="3610174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FF019-889F-7BE5-D430-BA87C91E9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33BE1-9F83-75BB-509A-BB9E2C479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5907"/>
            <a:ext cx="10515600" cy="490105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What kind of motor would you choose for a robot arm joint, and why?</a:t>
            </a:r>
          </a:p>
        </p:txBody>
      </p:sp>
    </p:spTree>
    <p:extLst>
      <p:ext uri="{BB962C8B-B14F-4D97-AF65-F5344CB8AC3E}">
        <p14:creationId xmlns:p14="http://schemas.microsoft.com/office/powerpoint/2010/main" val="2669765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AF245-CE82-05FF-A217-AD536F1C0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B3FCF-9208-94B1-0C7C-C2E19210A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5907"/>
            <a:ext cx="10515600" cy="490105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Name one advantage and one disadvantage of servo motors.</a:t>
            </a:r>
          </a:p>
        </p:txBody>
      </p:sp>
    </p:spTree>
    <p:extLst>
      <p:ext uri="{BB962C8B-B14F-4D97-AF65-F5344CB8AC3E}">
        <p14:creationId xmlns:p14="http://schemas.microsoft.com/office/powerpoint/2010/main" val="397158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0FB05-E98B-5C6C-BB98-C5506DA33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E9136-5BEC-8554-3330-085F0867F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5907"/>
            <a:ext cx="10515600" cy="4901056"/>
          </a:xfrm>
        </p:spPr>
        <p:txBody>
          <a:bodyPr>
            <a:normAutofit/>
          </a:bodyPr>
          <a:lstStyle/>
          <a:p>
            <a:r>
              <a:rPr lang="en-US" sz="1800" b="1" dirty="0"/>
              <a:t>Which of the following is TRUE about DC motors?</a:t>
            </a:r>
            <a:br>
              <a:rPr lang="en-US" sz="1800" dirty="0"/>
            </a:br>
            <a:r>
              <a:rPr lang="en-US" sz="1800" b="1" dirty="0"/>
              <a:t>b) They continuously spin when power is applied</a:t>
            </a:r>
            <a:br>
              <a:rPr lang="en-US" sz="1800" dirty="0"/>
            </a:br>
            <a:r>
              <a:rPr lang="en-US" sz="1800" i="1" dirty="0"/>
              <a:t>Explanation: DC motors spin as long as they're powered—they don’t stop at a specific angle unless additional control (like encoders) is used.</a:t>
            </a:r>
            <a:endParaRPr lang="en-US" sz="1800" dirty="0"/>
          </a:p>
          <a:p>
            <a:r>
              <a:rPr lang="en-US" sz="1800" b="1" dirty="0"/>
              <a:t>What is a key feature of a servo motor that a regular DC motor lacks?</a:t>
            </a:r>
            <a:br>
              <a:rPr lang="en-US" sz="1800" dirty="0"/>
            </a:br>
            <a:r>
              <a:rPr lang="en-US" sz="1800" b="1" dirty="0"/>
              <a:t>c) Built-in position control</a:t>
            </a:r>
            <a:br>
              <a:rPr lang="en-US" sz="1800" dirty="0"/>
            </a:br>
            <a:r>
              <a:rPr lang="en-US" sz="1800" i="1" dirty="0"/>
              <a:t>Explanation: Servos include internal circuitry and sensors to control position.</a:t>
            </a:r>
            <a:endParaRPr lang="en-US" sz="1800" dirty="0"/>
          </a:p>
          <a:p>
            <a:r>
              <a:rPr lang="en-US" sz="1800" b="1" dirty="0"/>
              <a:t>When would you typically choose a servo motor over a DC motor?</a:t>
            </a:r>
            <a:br>
              <a:rPr lang="en-US" sz="1800" dirty="0"/>
            </a:br>
            <a:r>
              <a:rPr lang="en-US" sz="1800" b="1" dirty="0"/>
              <a:t>b) For turning a camera to a specific angle</a:t>
            </a:r>
            <a:br>
              <a:rPr lang="en-US" sz="1800" dirty="0"/>
            </a:br>
            <a:r>
              <a:rPr lang="en-US" sz="1800" i="1" dirty="0"/>
              <a:t>Explanation: Servos are ideal for precise angular movement, such as pan-tilt mechanisms.</a:t>
            </a:r>
            <a:endParaRPr lang="en-US" sz="1800" dirty="0"/>
          </a:p>
          <a:p>
            <a:r>
              <a:rPr lang="en-US" sz="1800" b="1" dirty="0"/>
              <a:t>Which component is typically used with DC motors to monitor rotation?</a:t>
            </a:r>
            <a:br>
              <a:rPr lang="en-US" sz="1800" dirty="0"/>
            </a:br>
            <a:r>
              <a:rPr lang="en-US" sz="1800" b="1" dirty="0"/>
              <a:t>b) Encoder</a:t>
            </a:r>
            <a:br>
              <a:rPr lang="en-US" sz="1800" dirty="0"/>
            </a:br>
            <a:r>
              <a:rPr lang="en-US" sz="1800" i="1" dirty="0"/>
              <a:t>Explanation: Encoders help track position/speed for closed-loop control.</a:t>
            </a:r>
            <a:endParaRPr lang="en-US" sz="1800" dirty="0"/>
          </a:p>
          <a:p>
            <a:r>
              <a:rPr lang="en-US" sz="1800" b="1" dirty="0"/>
              <a:t>What happens when power is cut off to a typical DC motor?</a:t>
            </a:r>
            <a:br>
              <a:rPr lang="en-US" sz="1800" dirty="0"/>
            </a:br>
            <a:r>
              <a:rPr lang="en-US" sz="1800" b="1" dirty="0"/>
              <a:t>d) It stops spinning immediately</a:t>
            </a:r>
            <a:br>
              <a:rPr lang="en-US" sz="1800" dirty="0"/>
            </a:br>
            <a:r>
              <a:rPr lang="en-US" sz="1800" i="1" dirty="0"/>
              <a:t>Explanation: DC motors lose all torque when power is removed.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27356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A1DC5-6689-10A8-1300-5AC24E103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51E33-75A1-A4E1-0CEB-BBDF4CC14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5907"/>
            <a:ext cx="10515600" cy="4901056"/>
          </a:xfrm>
        </p:spPr>
        <p:txBody>
          <a:bodyPr>
            <a:normAutofit/>
          </a:bodyPr>
          <a:lstStyle/>
          <a:p>
            <a:r>
              <a:rPr lang="en-US" sz="1800" b="1" dirty="0"/>
              <a:t>Describe one scenario where using a DC motor would be better than using a servo.</a:t>
            </a:r>
            <a:br>
              <a:rPr lang="en-US" sz="1800" dirty="0"/>
            </a:br>
            <a:r>
              <a:rPr lang="en-US" sz="1800" i="1" dirty="0"/>
              <a:t>Example Answer: Driving a robot’s wheels, where continuous rotation and higher torque are needed.</a:t>
            </a:r>
            <a:br>
              <a:rPr lang="en-US" sz="1800" dirty="0"/>
            </a:br>
            <a:r>
              <a:rPr lang="en-US" sz="1800" i="1" dirty="0"/>
              <a:t>Explanation: Servos have limited range and are not ideal for drivetrain movement.</a:t>
            </a:r>
            <a:endParaRPr lang="en-US" sz="1800" dirty="0"/>
          </a:p>
          <a:p>
            <a:r>
              <a:rPr lang="en-US" sz="1800" b="1" dirty="0"/>
              <a:t>How does a servo motor "know" what position it is in?</a:t>
            </a:r>
            <a:br>
              <a:rPr lang="en-US" sz="1800" dirty="0"/>
            </a:br>
            <a:r>
              <a:rPr lang="en-US" sz="1800" i="1" dirty="0"/>
              <a:t>Answer: It uses a built-in potentiometer or sensor to detect shaft angle and adjusts itself to match the commanded position.</a:t>
            </a:r>
            <a:endParaRPr lang="en-US" sz="1800" dirty="0"/>
          </a:p>
          <a:p>
            <a:r>
              <a:rPr lang="en-US" sz="1800" b="1" dirty="0"/>
              <a:t>What is the role of an encoder when using DC motors in robotic applications?</a:t>
            </a:r>
            <a:br>
              <a:rPr lang="en-US" sz="1800" dirty="0"/>
            </a:br>
            <a:r>
              <a:rPr lang="en-US" sz="1800" i="1" dirty="0"/>
              <a:t>Answer: Encoders provide feedback on shaft rotation or speed, enabling the use of PID control for accurate movement.</a:t>
            </a:r>
            <a:endParaRPr lang="en-US" sz="1800" dirty="0"/>
          </a:p>
          <a:p>
            <a:r>
              <a:rPr lang="en-US" sz="1800" b="1" dirty="0"/>
              <a:t>What kind of motor would you choose for a robot arm joint, and why?</a:t>
            </a:r>
            <a:br>
              <a:rPr lang="en-US" sz="1800" dirty="0"/>
            </a:br>
            <a:r>
              <a:rPr lang="en-US" sz="1800" i="1" dirty="0"/>
              <a:t>Answer: A servo motor, because it provides precise control of angle and can hold a set position.</a:t>
            </a:r>
            <a:br>
              <a:rPr lang="en-US" sz="1800" dirty="0"/>
            </a:br>
            <a:r>
              <a:rPr lang="en-US" sz="1800" i="1" dirty="0"/>
              <a:t>Optional: A high-torque servo is preferred for heavier arms.</a:t>
            </a:r>
            <a:endParaRPr lang="en-US" sz="1800" dirty="0"/>
          </a:p>
          <a:p>
            <a:r>
              <a:rPr lang="en-US" sz="1800" b="1" dirty="0"/>
              <a:t>Name one advantage and one disadvantage of servo motors.</a:t>
            </a:r>
            <a:br>
              <a:rPr lang="en-US" sz="1800" dirty="0"/>
            </a:br>
            <a:r>
              <a:rPr lang="en-US" sz="1800" i="1" dirty="0"/>
              <a:t>Advantage: Built-in position control.</a:t>
            </a:r>
            <a:br>
              <a:rPr lang="en-US" sz="1800" dirty="0"/>
            </a:br>
            <a:r>
              <a:rPr lang="en-US" sz="1800" i="1" dirty="0"/>
              <a:t>Disadvantage: Limited rotation range and lower continuous torque compared to DC motors.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55972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668</Words>
  <Application>Microsoft Macintosh PowerPoint</Application>
  <PresentationFormat>Widescreen</PresentationFormat>
  <Paragraphs>21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Servos vs. Motors Quiz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 Abraham</dc:creator>
  <cp:lastModifiedBy>Arun Abraham</cp:lastModifiedBy>
  <cp:revision>1</cp:revision>
  <dcterms:created xsi:type="dcterms:W3CDTF">2025-07-22T15:59:21Z</dcterms:created>
  <dcterms:modified xsi:type="dcterms:W3CDTF">2025-07-22T16:04:39Z</dcterms:modified>
</cp:coreProperties>
</file>