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37"/>
  </p:normalViewPr>
  <p:slideViewPr>
    <p:cSldViewPr snapToGrid="0" snapToObjects="1">
      <p:cViewPr varScale="1">
        <p:scale>
          <a:sx n="128" d="100"/>
          <a:sy n="128" d="100"/>
        </p:scale>
        <p:origin x="81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607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51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0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30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3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5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73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81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42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B17F6-592B-45CB-96F6-705C9825A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9301" y="802298"/>
            <a:ext cx="4511838" cy="5116985"/>
          </a:xfrm>
        </p:spPr>
        <p:txBody>
          <a:bodyPr anchor="ctr">
            <a:normAutofit/>
          </a:bodyPr>
          <a:lstStyle/>
          <a:p>
            <a:r>
              <a:rPr lang="en-US"/>
              <a:t>Drivetrain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264" y="802298"/>
            <a:ext cx="2550880" cy="5116985"/>
          </a:xfrm>
        </p:spPr>
        <p:txBody>
          <a:bodyPr anchor="ctr">
            <a:normAutofit/>
          </a:bodyPr>
          <a:lstStyle/>
          <a:p>
            <a:pPr algn="r"/>
            <a:r>
              <a:rPr lang="en-US" sz="1400"/>
              <a:t>Test your knowledge of robot mobility systems!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9284E7-0823-472D-9963-18D89DFE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760590"/>
            <a:ext cx="0" cy="3200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2507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What is the main purpose of a drivetrain in a robot?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4235"/>
            <a:ext cx="8229600" cy="3551928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dirty="0"/>
              <a:t>To make the robot look cool</a:t>
            </a:r>
          </a:p>
          <a:p>
            <a:pPr marL="514350" indent="-514350">
              <a:buFont typeface="+mj-lt"/>
              <a:buAutoNum type="alphaUcPeriod"/>
            </a:pPr>
            <a:r>
              <a:rPr dirty="0"/>
              <a:t>To control sensors</a:t>
            </a:r>
          </a:p>
          <a:p>
            <a:pPr marL="514350" indent="-514350">
              <a:buFont typeface="+mj-lt"/>
              <a:buAutoNum type="alphaUcPeriod"/>
            </a:pPr>
            <a:r>
              <a:rPr dirty="0"/>
              <a:t>To move the robot by transferring motor power to the wheels</a:t>
            </a:r>
          </a:p>
          <a:p>
            <a:pPr marL="514350" indent="-514350">
              <a:buFont typeface="+mj-lt"/>
              <a:buAutoNum type="alphaUcPeriod"/>
            </a:pPr>
            <a:r>
              <a:rPr dirty="0"/>
              <a:t>To manage the power supply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 – To move the robot by transferring motor power to the wheels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281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Which of these drivetrains allows a robot to move in *any direction* without rotating?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32044"/>
            <a:ext cx="8229600" cy="325375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A. </a:t>
            </a:r>
            <a:r>
              <a:rPr dirty="0"/>
              <a:t>Differential Drive</a:t>
            </a:r>
          </a:p>
          <a:p>
            <a:pPr marL="0" indent="0">
              <a:buNone/>
            </a:pPr>
            <a:r>
              <a:rPr dirty="0"/>
              <a:t>B. Tank Drive</a:t>
            </a:r>
          </a:p>
          <a:p>
            <a:pPr marL="0" indent="0">
              <a:buNone/>
            </a:pPr>
            <a:r>
              <a:rPr dirty="0"/>
              <a:t>C. Mecanum Drive</a:t>
            </a:r>
          </a:p>
          <a:p>
            <a:pPr marL="0" indent="0">
              <a:buNone/>
            </a:pPr>
            <a:r>
              <a:rPr dirty="0"/>
              <a:t>D. Skid Steer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966498"/>
            <a:ext cx="6571343" cy="1049235"/>
          </a:xfrm>
        </p:spPr>
        <p:txBody>
          <a:bodyPr/>
          <a:lstStyle/>
          <a:p>
            <a:r>
              <a:rPr dirty="0"/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 – Mecanum 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What is the biggest tradeoff of using Mecanum wheels?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2896"/>
            <a:ext cx="8229600" cy="333326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A. Poor traction</a:t>
            </a:r>
          </a:p>
          <a:p>
            <a:pPr marL="0" indent="0">
              <a:buNone/>
            </a:pPr>
            <a:r>
              <a:rPr dirty="0"/>
              <a:t>B. Limited turning ability</a:t>
            </a:r>
          </a:p>
          <a:p>
            <a:pPr marL="0" indent="0">
              <a:buNone/>
            </a:pPr>
            <a:r>
              <a:rPr dirty="0"/>
              <a:t>C. Requires a lot of space</a:t>
            </a:r>
          </a:p>
          <a:p>
            <a:pPr marL="0" indent="0">
              <a:buNone/>
            </a:pPr>
            <a:r>
              <a:rPr dirty="0"/>
              <a:t>D. Can only move forward and backward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– Poor 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What is a defining feature of a holonomic drivetrain?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5270"/>
            <a:ext cx="8229600" cy="372089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A. It uses tank treads</a:t>
            </a:r>
          </a:p>
          <a:p>
            <a:pPr marL="0" indent="0">
              <a:buNone/>
            </a:pPr>
            <a:r>
              <a:rPr dirty="0"/>
              <a:t>B. It has wheels with rollers at 45° angles</a:t>
            </a:r>
          </a:p>
          <a:p>
            <a:pPr marL="0" indent="0">
              <a:buNone/>
            </a:pPr>
            <a:r>
              <a:rPr dirty="0"/>
              <a:t>C. It can rotate and move sideways independently</a:t>
            </a:r>
          </a:p>
          <a:p>
            <a:pPr marL="0" indent="0">
              <a:buNone/>
            </a:pPr>
            <a:r>
              <a:rPr dirty="0"/>
              <a:t>D. It only works with servos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 – It can rotate and move sideways independently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293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Which type of drivetrain is simplest to implement and commonly used in FTC robots?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3687"/>
            <a:ext cx="8229600" cy="295558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A. Mecanum</a:t>
            </a:r>
          </a:p>
          <a:p>
            <a:pPr marL="0" indent="0">
              <a:buNone/>
            </a:pPr>
            <a:r>
              <a:rPr dirty="0"/>
              <a:t>B. Swerve</a:t>
            </a:r>
          </a:p>
          <a:p>
            <a:pPr marL="0" indent="0">
              <a:buNone/>
            </a:pPr>
            <a:r>
              <a:rPr dirty="0"/>
              <a:t>C. Differential (Tank)</a:t>
            </a:r>
          </a:p>
          <a:p>
            <a:pPr marL="0" indent="0">
              <a:buNone/>
            </a:pPr>
            <a:r>
              <a:rPr dirty="0"/>
              <a:t>D. Omni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966498"/>
            <a:ext cx="6571343" cy="1049235"/>
          </a:xfrm>
        </p:spPr>
        <p:txBody>
          <a:bodyPr/>
          <a:lstStyle/>
          <a:p>
            <a:r>
              <a:rPr dirty="0"/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 – Differential (Tank)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2020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What kind of motor is most commonly used in FTC drivetrains?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1520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A. Stepper Motor</a:t>
            </a:r>
          </a:p>
          <a:p>
            <a:pPr marL="0" indent="0">
              <a:buNone/>
            </a:pPr>
            <a:r>
              <a:rPr dirty="0"/>
              <a:t>B. Servo Motor</a:t>
            </a:r>
            <a:endParaRPr lang="en-US" dirty="0"/>
          </a:p>
          <a:p>
            <a:pPr marL="0" indent="0">
              <a:buNone/>
            </a:pPr>
            <a:r>
              <a:rPr dirty="0"/>
              <a:t>C. GoBilda DC Motor with encoder</a:t>
            </a:r>
          </a:p>
          <a:p>
            <a:pPr marL="0" indent="0">
              <a:buNone/>
            </a:pPr>
            <a:r>
              <a:rPr dirty="0"/>
              <a:t>D. Brushed DC Motor without encoder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966498"/>
            <a:ext cx="6571343" cy="1049235"/>
          </a:xfrm>
        </p:spPr>
        <p:txBody>
          <a:bodyPr/>
          <a:lstStyle/>
          <a:p>
            <a:r>
              <a:rPr dirty="0"/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 – GoBilda DC Motor with encoder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 or False: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831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You can control the speed and position of a DC motor using encoders and PID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262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Which of these motions is not possible with a differential drive robot?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63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A. Rotating in place</a:t>
            </a:r>
          </a:p>
          <a:p>
            <a:pPr marL="0" indent="0">
              <a:buNone/>
            </a:pPr>
            <a:r>
              <a:rPr dirty="0"/>
              <a:t>B. Moving diagonally</a:t>
            </a:r>
          </a:p>
          <a:p>
            <a:pPr marL="0" indent="0">
              <a:buNone/>
            </a:pPr>
            <a:r>
              <a:rPr dirty="0"/>
              <a:t>C. Moving forward</a:t>
            </a:r>
          </a:p>
          <a:p>
            <a:pPr marL="0" indent="0">
              <a:buNone/>
            </a:pPr>
            <a:r>
              <a:rPr dirty="0"/>
              <a:t>D. Turning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 – Moving diagonally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782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What is the role of the rollers on Mecanum wheels?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They allow the wheel to exert force at an angle, enabling sideways (lateral) movement as well as forward/backward motion.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Name one advantage and one disadvantage of using Mecanum wheels on a rover.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Advantage: Full omnidirectional movement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Disadvantage: Lower traction and efficiency compared to traditional wheels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 Job!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Keep exploring, building, and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431</Words>
  <Application>Microsoft Macintosh PowerPoint</Application>
  <PresentationFormat>On-screen Show (4:3)</PresentationFormat>
  <Paragraphs>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Gallery</vt:lpstr>
      <vt:lpstr>Drivetrain Quiz</vt:lpstr>
      <vt:lpstr>What is the main purpose of a drivetrain in a robot?</vt:lpstr>
      <vt:lpstr>Correct Answer:</vt:lpstr>
      <vt:lpstr>Which of these drivetrains allows a robot to move in *any direction* without rotating?</vt:lpstr>
      <vt:lpstr>Correct Answer:</vt:lpstr>
      <vt:lpstr>What is the biggest tradeoff of using Mecanum wheels?</vt:lpstr>
      <vt:lpstr>Correct Answer:</vt:lpstr>
      <vt:lpstr>What is a defining feature of a holonomic drivetrain?</vt:lpstr>
      <vt:lpstr>Correct Answer:</vt:lpstr>
      <vt:lpstr>Which type of drivetrain is simplest to implement and commonly used in FTC robots?</vt:lpstr>
      <vt:lpstr>Correct Answer:</vt:lpstr>
      <vt:lpstr>What kind of motor is most commonly used in FTC drivetrains?</vt:lpstr>
      <vt:lpstr>Correct Answer:</vt:lpstr>
      <vt:lpstr>True or False:</vt:lpstr>
      <vt:lpstr>Correct Answer:</vt:lpstr>
      <vt:lpstr>Which of these motions is not possible with a differential drive robot?</vt:lpstr>
      <vt:lpstr>Correct Answer:</vt:lpstr>
      <vt:lpstr>Short Answer:</vt:lpstr>
      <vt:lpstr>Expected Answer:</vt:lpstr>
      <vt:lpstr>Short Answer:</vt:lpstr>
      <vt:lpstr>Expected Answer:</vt:lpstr>
      <vt:lpstr>Great Job!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Abraham</cp:lastModifiedBy>
  <cp:revision>2</cp:revision>
  <dcterms:created xsi:type="dcterms:W3CDTF">2013-01-27T09:14:16Z</dcterms:created>
  <dcterms:modified xsi:type="dcterms:W3CDTF">2025-07-17T16:16:02Z</dcterms:modified>
  <cp:category/>
</cp:coreProperties>
</file>