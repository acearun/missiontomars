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C6A27-1F1E-DA0A-0B09-5949AE28822C}" v="16" dt="2025-07-30T18:15:5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arun@gmail.com" userId="45eccef0c200b126" providerId="Windows Live" clId="Web-{B712D534-FA68-338D-09D2-BFFD85B82855}"/>
    <pc:docChg chg="addSld">
      <pc:chgData name="acearun@gmail.com" userId="45eccef0c200b126" providerId="Windows Live" clId="Web-{B712D534-FA68-338D-09D2-BFFD85B82855}" dt="2025-07-16T15:43:30.128" v="0"/>
      <pc:docMkLst>
        <pc:docMk/>
      </pc:docMkLst>
      <pc:sldChg chg="new">
        <pc:chgData name="acearun@gmail.com" userId="45eccef0c200b126" providerId="Windows Live" clId="Web-{B712D534-FA68-338D-09D2-BFFD85B82855}" dt="2025-07-16T15:43:30.128" v="0"/>
        <pc:sldMkLst>
          <pc:docMk/>
          <pc:sldMk cId="1974549490" sldId="265"/>
        </pc:sldMkLst>
      </pc:sldChg>
    </pc:docChg>
  </pc:docChgLst>
  <pc:docChgLst>
    <pc:chgData name="acearun@gmail.com" userId="45eccef0c200b126" providerId="LiveId" clId="{3F035016-1555-3C4F-966F-80B4C87DB14D}"/>
    <pc:docChg chg="custSel addSld modSld">
      <pc:chgData name="acearun@gmail.com" userId="45eccef0c200b126" providerId="LiveId" clId="{3F035016-1555-3C4F-966F-80B4C87DB14D}" dt="2025-07-16T18:32:13.624" v="305" actId="313"/>
      <pc:docMkLst>
        <pc:docMk/>
      </pc:docMkLst>
      <pc:sldChg chg="addSp delSp modSp mod">
        <pc:chgData name="acearun@gmail.com" userId="45eccef0c200b126" providerId="LiveId" clId="{3F035016-1555-3C4F-966F-80B4C87DB14D}" dt="2025-07-16T15:50:09.263" v="30" actId="1076"/>
        <pc:sldMkLst>
          <pc:docMk/>
          <pc:sldMk cId="1974549490" sldId="265"/>
        </pc:sldMkLst>
        <pc:spChg chg="mod">
          <ac:chgData name="acearun@gmail.com" userId="45eccef0c200b126" providerId="LiveId" clId="{3F035016-1555-3C4F-966F-80B4C87DB14D}" dt="2025-07-16T15:49:57.190" v="24" actId="20577"/>
          <ac:spMkLst>
            <pc:docMk/>
            <pc:sldMk cId="1974549490" sldId="265"/>
            <ac:spMk id="2" creationId="{39EDCBD5-9365-9C3B-C7EA-25DBD4A74957}"/>
          </ac:spMkLst>
        </pc:spChg>
        <pc:spChg chg="del">
          <ac:chgData name="acearun@gmail.com" userId="45eccef0c200b126" providerId="LiveId" clId="{3F035016-1555-3C4F-966F-80B4C87DB14D}" dt="2025-07-16T15:49:59.911" v="25" actId="478"/>
          <ac:spMkLst>
            <pc:docMk/>
            <pc:sldMk cId="1974549490" sldId="265"/>
            <ac:spMk id="3" creationId="{92DC6713-4B7C-DC19-6932-16F6ADA3624E}"/>
          </ac:spMkLst>
        </pc:spChg>
        <pc:picChg chg="add mod">
          <ac:chgData name="acearun@gmail.com" userId="45eccef0c200b126" providerId="LiveId" clId="{3F035016-1555-3C4F-966F-80B4C87DB14D}" dt="2025-07-16T15:50:09.263" v="30" actId="1076"/>
          <ac:picMkLst>
            <pc:docMk/>
            <pc:sldMk cId="1974549490" sldId="265"/>
            <ac:picMk id="1026" creationId="{90BA6600-579C-F330-CCB2-B58C1A15064E}"/>
          </ac:picMkLst>
        </pc:picChg>
      </pc:sldChg>
      <pc:sldChg chg="modSp new mod">
        <pc:chgData name="acearun@gmail.com" userId="45eccef0c200b126" providerId="LiveId" clId="{3F035016-1555-3C4F-966F-80B4C87DB14D}" dt="2025-07-16T17:55:44.357" v="143" actId="20577"/>
        <pc:sldMkLst>
          <pc:docMk/>
          <pc:sldMk cId="2805196201" sldId="266"/>
        </pc:sldMkLst>
        <pc:spChg chg="mod">
          <ac:chgData name="acearun@gmail.com" userId="45eccef0c200b126" providerId="LiveId" clId="{3F035016-1555-3C4F-966F-80B4C87DB14D}" dt="2025-07-16T17:55:08.983" v="49" actId="313"/>
          <ac:spMkLst>
            <pc:docMk/>
            <pc:sldMk cId="2805196201" sldId="266"/>
            <ac:spMk id="2" creationId="{3480A2BD-9B4C-74AE-ABD0-E41F042A222F}"/>
          </ac:spMkLst>
        </pc:spChg>
        <pc:spChg chg="mod">
          <ac:chgData name="acearun@gmail.com" userId="45eccef0c200b126" providerId="LiveId" clId="{3F035016-1555-3C4F-966F-80B4C87DB14D}" dt="2025-07-16T17:55:44.357" v="143" actId="20577"/>
          <ac:spMkLst>
            <pc:docMk/>
            <pc:sldMk cId="2805196201" sldId="266"/>
            <ac:spMk id="3" creationId="{F66DD39E-C8CB-712D-513A-9E94B8D67AC2}"/>
          </ac:spMkLst>
        </pc:spChg>
      </pc:sldChg>
      <pc:sldChg chg="modSp new mod">
        <pc:chgData name="acearun@gmail.com" userId="45eccef0c200b126" providerId="LiveId" clId="{3F035016-1555-3C4F-966F-80B4C87DB14D}" dt="2025-07-16T18:32:13.624" v="305" actId="313"/>
        <pc:sldMkLst>
          <pc:docMk/>
          <pc:sldMk cId="1019560968" sldId="267"/>
        </pc:sldMkLst>
        <pc:spChg chg="mod">
          <ac:chgData name="acearun@gmail.com" userId="45eccef0c200b126" providerId="LiveId" clId="{3F035016-1555-3C4F-966F-80B4C87DB14D}" dt="2025-07-16T18:32:13.624" v="305" actId="313"/>
          <ac:spMkLst>
            <pc:docMk/>
            <pc:sldMk cId="1019560968" sldId="267"/>
            <ac:spMk id="2" creationId="{0F3404E1-FE55-7B45-EE51-9A54306D560B}"/>
          </ac:spMkLst>
        </pc:spChg>
        <pc:spChg chg="mod">
          <ac:chgData name="acearun@gmail.com" userId="45eccef0c200b126" providerId="LiveId" clId="{3F035016-1555-3C4F-966F-80B4C87DB14D}" dt="2025-07-16T18:31:49.909" v="287" actId="20577"/>
          <ac:spMkLst>
            <pc:docMk/>
            <pc:sldMk cId="1019560968" sldId="267"/>
            <ac:spMk id="3" creationId="{9257B5F9-35D3-4FFD-A72D-DAFA80DDD6AC}"/>
          </ac:spMkLst>
        </pc:spChg>
      </pc:sldChg>
    </pc:docChg>
  </pc:docChgLst>
  <pc:docChgLst>
    <pc:chgData name="acearun@gmail.com" userId="45eccef0c200b126" providerId="Windows Live" clId="Web-{8A4C6A27-1F1E-DA0A-0B09-5949AE28822C}"/>
    <pc:docChg chg="modSld">
      <pc:chgData name="acearun@gmail.com" userId="45eccef0c200b126" providerId="Windows Live" clId="Web-{8A4C6A27-1F1E-DA0A-0B09-5949AE28822C}" dt="2025-07-30T18:15:58.358" v="14" actId="20577"/>
      <pc:docMkLst>
        <pc:docMk/>
      </pc:docMkLst>
      <pc:sldChg chg="modSp">
        <pc:chgData name="acearun@gmail.com" userId="45eccef0c200b126" providerId="Windows Live" clId="Web-{8A4C6A27-1F1E-DA0A-0B09-5949AE28822C}" dt="2025-07-30T18:15:58.358" v="14" actId="20577"/>
        <pc:sldMkLst>
          <pc:docMk/>
          <pc:sldMk cId="0" sldId="264"/>
        </pc:sldMkLst>
        <pc:spChg chg="mod">
          <ac:chgData name="acearun@gmail.com" userId="45eccef0c200b126" providerId="Windows Live" clId="Web-{8A4C6A27-1F1E-DA0A-0B09-5949AE28822C}" dt="2025-07-30T18:15:58.358" v="14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FB121-4CB8-5D47-8148-60D831A124D3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D8E86-8C3C-BA4E-8B0A-B51F90B4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0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D8E86-8C3C-BA4E-8B0A-B51F90B4C3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05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77426FF5-EC3D-1949-9935-F5DAD7605B4F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064D244B-6613-FA48-BB80-5E3FFE244D89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2289B47E-3C60-E444-B121-E6711BC463FF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AC9496B4-46AD-1A4C-AB86-53744AA00328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AA8B9333-8B23-F548-A64A-6C5E14FF18BF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936AA70-6F0B-3F44-BD8A-EA04BFA1D5F7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F1984B32-FBFB-8A40-98AD-C79ACCC4E52C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84E0BA9E-44C6-5C4B-B4DF-EAC219E63325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074D166F-F77D-7D4F-8DF2-DE2D2F074E04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19CA1E6B-1997-214B-BAF1-1316147C6DBE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ED967FD3-A58A-D44C-AA19-736B7BBE875F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97" y="6400803"/>
            <a:ext cx="85874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TCLib/FTCLi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cearun/MissionToMars" TargetMode="External"/><Relationship Id="rId4" Type="http://schemas.openxmlformats.org/officeDocument/2006/relationships/hyperlink" Target="https://ftctechnh.github.io/ftc_app/doc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7"/>
            <a:ext cx="7540323" cy="2928471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Rover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5" y="4870825"/>
            <a:ext cx="7504463" cy="1458259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Mission to Mars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92574-1A30-57DC-707B-89176C89B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FTC SDK?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Official programming framework for FIRST Tech Challenge</a:t>
            </a:r>
          </a:p>
          <a:p>
            <a:r>
              <a:rPr sz="2800"/>
              <a:t>Written in Java and runs on Android phones</a:t>
            </a:r>
          </a:p>
          <a:p>
            <a:r>
              <a:rPr sz="2800"/>
              <a:t>Provides:</a:t>
            </a:r>
            <a:endParaRPr lang="en-US" sz="2800"/>
          </a:p>
          <a:p>
            <a:pPr lvl="1"/>
            <a:r>
              <a:rPr sz="2400" err="1"/>
              <a:t>OpModes</a:t>
            </a:r>
            <a:r>
              <a:rPr sz="2400"/>
              <a:t> for control</a:t>
            </a:r>
            <a:endParaRPr lang="en-US" sz="2400"/>
          </a:p>
          <a:p>
            <a:pPr lvl="1"/>
            <a:r>
              <a:rPr sz="2400"/>
              <a:t>Access to hardware</a:t>
            </a:r>
            <a:endParaRPr lang="en-US" sz="2400"/>
          </a:p>
          <a:p>
            <a:pPr lvl="1"/>
            <a:r>
              <a:rPr sz="2400"/>
              <a:t>Telemetry for debug output</a:t>
            </a:r>
            <a:endParaRPr lang="en-US" sz="2400"/>
          </a:p>
          <a:p>
            <a:r>
              <a:rPr sz="2800"/>
              <a:t>Think of it as the “default engine” to run your robot.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39910-3857-582C-F684-C4A62AD0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FTCLib?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An open-source library built on top of the FTC SDK</a:t>
            </a:r>
            <a:endParaRPr lang="en-US" sz="2800"/>
          </a:p>
          <a:p>
            <a:r>
              <a:rPr sz="2800"/>
              <a:t>Inspired by </a:t>
            </a:r>
            <a:r>
              <a:rPr sz="2800" err="1"/>
              <a:t>WPILib</a:t>
            </a:r>
            <a:r>
              <a:rPr sz="2800"/>
              <a:t> (used in FRC)</a:t>
            </a:r>
            <a:endParaRPr lang="en-US" sz="2800"/>
          </a:p>
          <a:p>
            <a:r>
              <a:rPr sz="2800"/>
              <a:t>Encourages modular, reusable robot code</a:t>
            </a:r>
            <a:endParaRPr lang="en-US" sz="2800"/>
          </a:p>
          <a:p>
            <a:r>
              <a:rPr sz="2800"/>
              <a:t>Provides:</a:t>
            </a:r>
            <a:endParaRPr lang="en-US" sz="2800"/>
          </a:p>
          <a:p>
            <a:pPr lvl="1"/>
            <a:r>
              <a:rPr sz="2400"/>
              <a:t>Subsystems</a:t>
            </a:r>
            <a:endParaRPr lang="en-US" sz="2400"/>
          </a:p>
          <a:p>
            <a:pPr lvl="1"/>
            <a:r>
              <a:rPr sz="2400"/>
              <a:t>Commands</a:t>
            </a:r>
            <a:endParaRPr lang="en-US" sz="2400"/>
          </a:p>
          <a:p>
            <a:pPr lvl="1"/>
            <a:r>
              <a:rPr sz="2400"/>
              <a:t>Controllers (PID, Feedforward, etc.)</a:t>
            </a:r>
            <a:endParaRPr lang="en-US" sz="2400"/>
          </a:p>
          <a:p>
            <a:r>
              <a:rPr sz="2800"/>
              <a:t>Why use FTCLib? Cleaner code, better structure, easier debugging.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FC007-50F4-2CE9-7F4E-E5C71715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OpModes – The Starting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An </a:t>
            </a:r>
            <a:r>
              <a:rPr lang="en-US" sz="2400" b="1" err="1"/>
              <a:t>OpMode</a:t>
            </a:r>
            <a:r>
              <a:rPr lang="en-US" sz="2400"/>
              <a:t> is the main entry point for running your robot</a:t>
            </a:r>
          </a:p>
          <a:p>
            <a:r>
              <a:rPr lang="en-US" sz="2400"/>
              <a:t>Two types:</a:t>
            </a:r>
          </a:p>
          <a:p>
            <a:pPr lvl="1"/>
            <a:r>
              <a:rPr lang="en-US" sz="2000" b="1" err="1"/>
              <a:t>TeleOp</a:t>
            </a:r>
            <a:r>
              <a:rPr lang="en-US" sz="2000"/>
              <a:t> (manual control)</a:t>
            </a:r>
          </a:p>
          <a:p>
            <a:pPr lvl="1"/>
            <a:r>
              <a:rPr lang="en-US" sz="2000" b="1"/>
              <a:t>Autonomous</a:t>
            </a:r>
            <a:r>
              <a:rPr lang="en-US" sz="2000"/>
              <a:t> (pre-programmed actions)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D2092-D54F-E829-6FCD-C7F16FBF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47" y="3263261"/>
            <a:ext cx="7774764" cy="31616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5543A-F113-24E4-E081-106044BB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Subsystems – Organize Your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A </a:t>
            </a:r>
            <a:r>
              <a:rPr lang="en-US" sz="2400" b="1"/>
              <a:t>Subsystem</a:t>
            </a:r>
            <a:r>
              <a:rPr lang="en-US" sz="2400"/>
              <a:t> represents a part of your robot (e.g. drivetrain, arm, intake)</a:t>
            </a:r>
          </a:p>
          <a:p>
            <a:r>
              <a:rPr lang="en-US" sz="2400"/>
              <a:t>It holds hardware references and low-level 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532BA-0ECD-31B9-4B30-AD5B81BB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34917"/>
            <a:ext cx="7772400" cy="341105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89CF7-D57C-C9F4-7EBB-2E8CDC1D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Commands – Tell the Robot What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A </a:t>
            </a:r>
            <a:r>
              <a:rPr lang="en-US" sz="2400" b="1"/>
              <a:t>Command</a:t>
            </a:r>
            <a:r>
              <a:rPr lang="en-US" sz="2400"/>
              <a:t> uses a Subsystem to perform an action</a:t>
            </a:r>
          </a:p>
          <a:p>
            <a:r>
              <a:rPr lang="en-US" sz="2400"/>
              <a:t>Can be:</a:t>
            </a:r>
          </a:p>
          <a:p>
            <a:pPr lvl="1"/>
            <a:r>
              <a:rPr lang="en-US" sz="1800"/>
              <a:t>Run continuously (e.g., drive while joystick held)</a:t>
            </a:r>
          </a:p>
          <a:p>
            <a:pPr lvl="1"/>
            <a:r>
              <a:rPr lang="en-US" sz="1800"/>
              <a:t>Run once (e.g., lift arm)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5006D-379E-8EB0-2509-CF36AAB88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23804"/>
            <a:ext cx="7772400" cy="30849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08F07-6582-196E-28E2-1C013CD4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All Together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46E62-EBB3-BE89-66CB-89EC9012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3248"/>
            <a:ext cx="7772400" cy="42534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92B97-A549-30CA-D414-993F9D76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FTCLib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Clean separation of logic</a:t>
            </a:r>
          </a:p>
          <a:p>
            <a:r>
              <a:rPr lang="en-US"/>
              <a:t>Easy to test and modify subsystems independently</a:t>
            </a:r>
          </a:p>
          <a:p>
            <a:r>
              <a:rPr lang="en-US"/>
              <a:t>Encourages good software engineering practices</a:t>
            </a:r>
          </a:p>
          <a:p>
            <a:r>
              <a:rPr lang="en-US"/>
              <a:t>Scales well as your robot gets more complex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F1C24-ED67-DCF1-7B33-0377A987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/>
              <a:t>FTCLib</a:t>
            </a:r>
            <a:r>
              <a:rPr lang="en-US" sz="2400"/>
              <a:t> GitHub: </a:t>
            </a:r>
            <a:r>
              <a:rPr lang="en-US" sz="2400">
                <a:hlinkClick r:id="rId3"/>
              </a:rPr>
              <a:t>https://github.com/FTCLib/FTCLib</a:t>
            </a:r>
            <a:endParaRPr lang="en-US" sz="2400"/>
          </a:p>
          <a:p>
            <a:r>
              <a:rPr lang="en-US" sz="2400"/>
              <a:t>FTC SDK Docs: </a:t>
            </a:r>
            <a:r>
              <a:rPr lang="en-US" sz="2400">
                <a:hlinkClick r:id="rId4"/>
              </a:rPr>
              <a:t>https://ftctechnh.github.io/ftc_app/doc/</a:t>
            </a:r>
            <a:endParaRPr lang="en-US" sz="2400">
              <a:ea typeface="Calibri"/>
              <a:cs typeface="Calibri"/>
              <a:hlinkClick r:id="rId4"/>
            </a:endParaRP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M2M Source: </a:t>
            </a:r>
            <a:r>
              <a:rPr lang="en-US" sz="2400">
                <a:ea typeface="+mn-lt"/>
                <a:cs typeface="+mn-lt"/>
                <a:hlinkClick r:id="rId5"/>
              </a:rPr>
              <a:t>https://github.com/acearun/MissionToMars</a:t>
            </a:r>
            <a:endParaRPr lang="en-US" sz="2400">
              <a:ea typeface="Calibri"/>
              <a:cs typeface="Calibri"/>
            </a:endParaRPr>
          </a:p>
          <a:p>
            <a:endParaRPr lang="en-US" sz="2400"/>
          </a:p>
          <a:p>
            <a:r>
              <a:rPr lang="en-US" sz="2400"/>
              <a:t>Practice:</a:t>
            </a:r>
            <a:endParaRPr lang="en-US" sz="2400">
              <a:ea typeface="Calibri"/>
              <a:cs typeface="Calibri"/>
            </a:endParaRPr>
          </a:p>
          <a:p>
            <a:pPr lvl="1"/>
            <a:r>
              <a:rPr lang="en-US" sz="2000"/>
              <a:t>Turn your drivetrain into a subsystem</a:t>
            </a:r>
            <a:endParaRPr lang="en-US" sz="2000">
              <a:ea typeface="Calibri"/>
              <a:cs typeface="Calibri"/>
            </a:endParaRPr>
          </a:p>
          <a:p>
            <a:pPr lvl="1"/>
            <a:r>
              <a:rPr lang="en-US" sz="2000"/>
              <a:t>Write a command for joystick control</a:t>
            </a:r>
            <a:endParaRPr lang="en-US" sz="2000">
              <a:ea typeface="Calibri"/>
              <a:cs typeface="Calibri"/>
            </a:endParaRPr>
          </a:p>
          <a:p>
            <a:pPr lvl="1"/>
            <a:r>
              <a:rPr lang="en-US" sz="2000"/>
              <a:t>Try using </a:t>
            </a:r>
            <a:r>
              <a:rPr lang="en-US" sz="2000" err="1"/>
              <a:t>CommandScheduler</a:t>
            </a: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57098-A570-A32E-B428-3BADE87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CBD5-9365-9C3B-C7EA-25DBD4A7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Controller Layout</a:t>
            </a:r>
          </a:p>
        </p:txBody>
      </p:sp>
      <p:pic>
        <p:nvPicPr>
          <p:cNvPr id="1026" name="Picture 2" descr="GamepadButton - LOVE">
            <a:extLst>
              <a:ext uri="{FF2B5EF4-FFF2-40B4-BE49-F238E27FC236}">
                <a16:creationId xmlns:a16="http://schemas.microsoft.com/office/drawing/2014/main" id="{90BA6600-579C-F330-CCB2-B58C1A15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91" y="2192754"/>
            <a:ext cx="8297663" cy="384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8EE2E-E4F1-F8B4-03F9-52A77846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97454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A2BD-9B4C-74AE-ABD0-E41F042A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D39E-C8CB-712D-513A-9E94B8D67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/>
          </a:p>
          <a:p>
            <a:pPr marL="0" indent="0" algn="ctr">
              <a:buNone/>
            </a:pPr>
            <a:endParaRPr lang="en-US" sz="4000"/>
          </a:p>
          <a:p>
            <a:pPr marL="0" indent="0" algn="ctr">
              <a:buNone/>
            </a:pPr>
            <a:r>
              <a:rPr lang="en-US" sz="4000"/>
              <a:t>Add a second motor and have its motion be controlled by the Left Joystick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497CC-A632-2A50-FBE6-3086C950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80519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04E1-FE55-7B45-EE51-9A54306D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7B5F9-35D3-4FFD-A72D-DAFA80DDD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Complete drivetrain build</a:t>
            </a:r>
          </a:p>
          <a:p>
            <a:endParaRPr lang="en-US"/>
          </a:p>
          <a:p>
            <a:r>
              <a:rPr lang="en-US"/>
              <a:t>Try Differential Tank &amp; Arcade drives</a:t>
            </a:r>
          </a:p>
          <a:p>
            <a:endParaRPr lang="en-US"/>
          </a:p>
          <a:p>
            <a:r>
              <a:rPr lang="en-US"/>
              <a:t>Practice for runs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F0708-CF90-94E5-E523-615DD6FC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01956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Macintosh PowerPoint</Application>
  <PresentationFormat>On-screen Show (4:3)</PresentationFormat>
  <Paragraphs>72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Rover Software</vt:lpstr>
      <vt:lpstr>What is FTC SDK?</vt:lpstr>
      <vt:lpstr>What is FTCLib?</vt:lpstr>
      <vt:lpstr>OpModes – The Starting Point</vt:lpstr>
      <vt:lpstr>Subsystems – Organize Your Robot</vt:lpstr>
      <vt:lpstr>Commands – Tell the Robot What to Do</vt:lpstr>
      <vt:lpstr>Putting It All Together</vt:lpstr>
      <vt:lpstr>Benefits of Using FTCLib</vt:lpstr>
      <vt:lpstr>Resources and Next Steps</vt:lpstr>
      <vt:lpstr>Controller Layout</vt:lpstr>
      <vt:lpstr>Exercise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Aarush Abraham</cp:lastModifiedBy>
  <cp:revision>2</cp:revision>
  <dcterms:created xsi:type="dcterms:W3CDTF">2013-01-27T09:14:16Z</dcterms:created>
  <dcterms:modified xsi:type="dcterms:W3CDTF">2026-02-11T03:18:43Z</dcterms:modified>
  <cp:category/>
</cp:coreProperties>
</file>