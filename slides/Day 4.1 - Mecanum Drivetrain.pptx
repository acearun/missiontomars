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9"/>
    <p:restoredTop sz="94658"/>
  </p:normalViewPr>
  <p:slideViewPr>
    <p:cSldViewPr snapToGrid="0">
      <p:cViewPr varScale="1">
        <p:scale>
          <a:sx n="107" d="100"/>
          <a:sy n="107" d="100"/>
        </p:scale>
        <p:origin x="19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60685-D906-0442-A18E-ED8C846E335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39FA2-0DF5-B34E-96C1-200E767B4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69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B531D-0F3F-9705-1D1D-BEDC1696C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26974C-1444-19FD-8B6C-E1B1B7707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BE967-746B-73F0-0510-49AB24F9C9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F80AA4E-F0BD-3943-BB69-C19F5D40DC0C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81268-747A-9EC0-7514-8E47F9009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FC851-9B8E-9244-7545-FD04EFEAB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160693-2633-F543-B303-3B5E6EF7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549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CE05-BF51-A931-637C-F0F411B2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130D6-D6E3-4FFF-A884-F9322E1AB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7F7BE-8250-32EC-014E-770DBB59D3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4FDEA2-EA60-664B-9928-69F0BE86DA9F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BA8D-F222-6C47-2430-E3EF3DA8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FF810-827F-6A2C-4E52-42DA2907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160693-2633-F543-B303-3B5E6EF7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32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775F-7749-1961-0C22-A5860FD9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1D145-CA48-753E-C831-A5EB36092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81682-B9D3-AB0B-7A75-353CE24AF7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392D98-6EC5-954B-BA8A-060AA4D43957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5E56C-0D41-7F4A-4B3E-E51840BD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9AE03-FCED-39CF-79DD-0883D599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160693-2633-F543-B303-3B5E6EF7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58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8D5AD-C110-BE4B-21B3-603D62D2D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E6698-3999-6149-AACF-D3BFD90CB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0FB8F-3A08-C296-B9E5-A63C61480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ACC1F-C91F-E3E8-54FE-90EFE0FD2B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ED84FF-AC7C-0946-8D99-9D1BE4EDED63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4D279-62A9-AE5B-D4E4-05631AD3E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7661E-ED4E-66CD-7837-C689694A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160693-2633-F543-B303-3B5E6EF7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13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38150-073F-8779-B776-192180879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ACD82-66C6-643E-1AFC-F134D96B5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5456C-8A1F-3421-27D2-32924B1E7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815FBA-C014-1336-73A9-7B3ACBA19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64AA32-1B28-FBF2-2F27-BE9482718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A667B-ABDF-F567-5B61-BC074E477F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D6747-89F2-C44B-822B-D50BF6B361C9}" type="datetime1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45181F-CBAF-9374-EA37-B2E143A7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3E00B-1015-FD18-27F2-460613A5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160693-2633-F543-B303-3B5E6EF7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50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10D2B-649D-0CA9-B298-5E6D9A6D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1B28C-F576-0F2F-A11D-EC2DCE9D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30DAEC-879B-744D-8F11-9B893131FCE9}" type="datetime1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F351A-DF32-3547-9A2E-C3E0A71DC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246D7-A45A-AE7B-39E4-00E46E01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160693-2633-F543-B303-3B5E6EF7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82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527980-EDC1-2E4B-968E-2681FAFF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E189D8-14F6-8840-9912-1339A84D43A6}" type="datetime1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10548B-37B0-6D5D-3929-4742040C2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33505-3452-5186-8834-BED9ADF4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160693-2633-F543-B303-3B5E6EF7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64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E68C0-1FF6-83FD-5C6F-B15D3FDDE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B4CA0-A1E3-C5A3-6049-F3404DE87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38382-D28C-7966-8FE2-236CB1EB9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F4262-CCEC-5E25-7483-AB63400824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3E9146-B0B2-BD42-B318-D7C82EEC32A3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AC000-DA3A-0EC0-108B-B4029A912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1A51C-6C4F-C879-DC0E-83FAE5BF8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160693-2633-F543-B303-3B5E6EF7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50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36D48-5AC8-0003-6D99-3D4DDE6EF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AF8102-79DB-82F0-C605-C353B8FA9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20E0D-9C46-77BC-B177-3D12380DE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2DE03-61E7-3DF1-9656-51A94D6D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D67821-11DD-5642-A721-0B9431C1CF14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70B7F-A324-33C9-98EC-41246ED7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582BE-0C23-AA23-B996-43AD4994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160693-2633-F543-B303-3B5E6EF7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7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9D914-0CA8-991B-1E95-4CD9B7E8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6D6DE-8478-B2C6-CEDF-D289A8186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F525E-39D0-8E1C-5982-DE0DBF1A1E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932DB7-635A-8243-A452-FAE8AD23FD60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98797-C315-3E07-9F48-73BEBBBF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834D0-C719-02DE-BEC7-2391A1546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160693-2633-F543-B303-3B5E6EF7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20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DAFC41-D2BA-1010-CD52-D3B97F89B9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9D5D4-427A-5321-AA81-81E060226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2F76A-CA80-AC2B-8E40-4FC8900116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70F67F-659D-084A-95A7-C5B68714CB0C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9725D-92DF-74F6-3999-140E5FDCC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4C49F-F1F1-3D01-1AD0-5D8A6B65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160693-2633-F543-B303-3B5E6EF7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BD463E-438C-0E35-7912-016EA2F29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B51D3-6063-780C-5591-2BE10ACFB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22E11-DCEE-678B-2239-8E0D63EF8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4508" y="6381474"/>
            <a:ext cx="10942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b="0" dirty="0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137606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bilda.com/strafer-chassis-kit-104mm-gripforce-mecanum-wheel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3EA2-EE64-5A6C-98ED-11B949CCF6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Mecanum Drivetrain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8FF92-46E5-A0E7-E797-C886A85C9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Mission to Mars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8DBF7-5875-D711-E320-9117F567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390676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442C2-B64B-CAD0-7474-6D8437CC2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Final Build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92AA1E-A520-4BEC-36F5-3DC3F89E1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pic>
        <p:nvPicPr>
          <p:cNvPr id="7" name="Picture 6" descr="Strafer® Chassis Kit (96mm Mecanum Wheels)">
            <a:extLst>
              <a:ext uri="{FF2B5EF4-FFF2-40B4-BE49-F238E27FC236}">
                <a16:creationId xmlns:a16="http://schemas.microsoft.com/office/drawing/2014/main" id="{3043AF9A-9A38-8CD1-CAB7-E2584717C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802" y="354165"/>
            <a:ext cx="5726876" cy="572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23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8500-D2AD-434F-051C-62BD41EDC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GoBilda Strafer Kit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664B7-8A64-F2E9-C9A5-84EC7BE7E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will use the Strafer Kit from GoBilda: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https://www.gobilda.com/strafer-chassis-kit-104mm-gripforce-mecanum-wheels/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Assembly instructions on the site.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22D68-7923-299F-4457-2451E1B71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2872312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E295E-D46C-6B81-CE4F-E803F436B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Wheel direction matters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4E928-3EAA-2F3E-8C00-DF21968B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2C6562-F344-80B6-A337-D76F22F59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774" y="1744230"/>
            <a:ext cx="9497290" cy="474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01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3C9E6-CAC5-89BD-5760-47770A63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Gearing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D1E10-F8C1-469C-489A-87AB80F10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2B54EC-8542-B512-434B-CFE9D2509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85" y="2004533"/>
            <a:ext cx="9876030" cy="425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1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214C-6BE9-838D-F4E0-AEF5F4119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262FF-CD40-9F50-C9F1-AF6910D05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Mecanum drive train</a:t>
            </a:r>
          </a:p>
          <a:p>
            <a:r>
              <a:rPr lang="en-US" dirty="0"/>
              <a:t>Wire up &amp; Configure Control Hub</a:t>
            </a:r>
          </a:p>
          <a:p>
            <a:r>
              <a:rPr lang="en-US" dirty="0"/>
              <a:t>Write Code to Enable Teleop Drive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860C5-4D82-3B5E-78A2-56B6B883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4146575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213</Words>
  <Application>Microsoft Macintosh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Mecanum Drivetrain</vt:lpstr>
      <vt:lpstr>Final Build</vt:lpstr>
      <vt:lpstr>GoBilda Strafer Kit</vt:lpstr>
      <vt:lpstr>Wheel direction matters</vt:lpstr>
      <vt:lpstr>Gearing</vt:lpstr>
      <vt:lpstr>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Abraham</dc:creator>
  <cp:lastModifiedBy>Aarush Abraham</cp:lastModifiedBy>
  <cp:revision>9</cp:revision>
  <dcterms:created xsi:type="dcterms:W3CDTF">2025-07-13T21:58:26Z</dcterms:created>
  <dcterms:modified xsi:type="dcterms:W3CDTF">2026-02-11T03:49:07Z</dcterms:modified>
</cp:coreProperties>
</file>