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437D3-D697-66EF-F469-66139002C879}" v="3" dt="2025-08-04T15:59:06.665"/>
    <p1510:client id="{6869E282-68C4-03B2-0ECD-CCCDCEBC96E5}" v="22" dt="2025-08-04T16:02:52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arun@gmail.com" userId="45eccef0c200b126" providerId="LiveId" clId="{F090D8A7-F069-3D48-84A8-2D1EFB239172}"/>
    <pc:docChg chg="custSel modSld">
      <pc:chgData name="acearun@gmail.com" userId="45eccef0c200b126" providerId="LiveId" clId="{F090D8A7-F069-3D48-84A8-2D1EFB239172}" dt="2025-07-21T18:23:32.793" v="5" actId="20577"/>
      <pc:docMkLst>
        <pc:docMk/>
      </pc:docMkLst>
      <pc:sldChg chg="addSp delSp modSp mod">
        <pc:chgData name="acearun@gmail.com" userId="45eccef0c200b126" providerId="LiveId" clId="{F090D8A7-F069-3D48-84A8-2D1EFB239172}" dt="2025-07-21T18:23:32.793" v="5" actId="20577"/>
        <pc:sldMkLst>
          <pc:docMk/>
          <pc:sldMk cId="3576361755" sldId="264"/>
        </pc:sldMkLst>
        <pc:spChg chg="mod">
          <ac:chgData name="acearun@gmail.com" userId="45eccef0c200b126" providerId="LiveId" clId="{F090D8A7-F069-3D48-84A8-2D1EFB239172}" dt="2025-07-21T18:23:32.793" v="5" actId="20577"/>
          <ac:spMkLst>
            <pc:docMk/>
            <pc:sldMk cId="3576361755" sldId="264"/>
            <ac:spMk id="3" creationId="{21967370-2242-530C-5B66-19AA9561BABA}"/>
          </ac:spMkLst>
        </pc:spChg>
        <pc:picChg chg="add mod">
          <ac:chgData name="acearun@gmail.com" userId="45eccef0c200b126" providerId="LiveId" clId="{F090D8A7-F069-3D48-84A8-2D1EFB239172}" dt="2025-07-21T18:22:52.990" v="2" actId="1076"/>
          <ac:picMkLst>
            <pc:docMk/>
            <pc:sldMk cId="3576361755" sldId="264"/>
            <ac:picMk id="4" creationId="{D2087132-A547-76E9-F504-295ADD3AEF10}"/>
          </ac:picMkLst>
        </pc:picChg>
      </pc:sldChg>
    </pc:docChg>
  </pc:docChgLst>
  <pc:docChgLst>
    <pc:chgData name="Azure Seas" userId="e9c77c53a1996ca0" providerId="Windows Live" clId="Web-{6869E282-68C4-03B2-0ECD-CCCDCEBC96E5}"/>
    <pc:docChg chg="modSld">
      <pc:chgData name="Azure Seas" userId="e9c77c53a1996ca0" providerId="Windows Live" clId="Web-{6869E282-68C4-03B2-0ECD-CCCDCEBC96E5}" dt="2025-08-04T16:02:52.102" v="24" actId="14100"/>
      <pc:docMkLst>
        <pc:docMk/>
      </pc:docMkLst>
      <pc:sldChg chg="modSp">
        <pc:chgData name="Azure Seas" userId="e9c77c53a1996ca0" providerId="Windows Live" clId="Web-{6869E282-68C4-03B2-0ECD-CCCDCEBC96E5}" dt="2025-08-04T16:02:52.102" v="24" actId="14100"/>
        <pc:sldMkLst>
          <pc:docMk/>
          <pc:sldMk cId="109857222" sldId="256"/>
        </pc:sldMkLst>
        <pc:picChg chg="mod">
          <ac:chgData name="Azure Seas" userId="e9c77c53a1996ca0" providerId="Windows Live" clId="Web-{6869E282-68C4-03B2-0ECD-CCCDCEBC96E5}" dt="2025-08-04T16:02:52.102" v="24" actId="14100"/>
          <ac:picMkLst>
            <pc:docMk/>
            <pc:sldMk cId="109857222" sldId="256"/>
            <ac:picMk id="1026" creationId="{0CBD63FF-275F-FE3B-8A26-A70C6F7EEB09}"/>
          </ac:picMkLst>
        </pc:picChg>
      </pc:sldChg>
      <pc:sldChg chg="modSp">
        <pc:chgData name="Azure Seas" userId="e9c77c53a1996ca0" providerId="Windows Live" clId="Web-{6869E282-68C4-03B2-0ECD-CCCDCEBC96E5}" dt="2025-08-04T16:02:16.430" v="13" actId="1076"/>
        <pc:sldMkLst>
          <pc:docMk/>
          <pc:sldMk cId="584685697" sldId="257"/>
        </pc:sldMkLst>
        <pc:picChg chg="mod">
          <ac:chgData name="Azure Seas" userId="e9c77c53a1996ca0" providerId="Windows Live" clId="Web-{6869E282-68C4-03B2-0ECD-CCCDCEBC96E5}" dt="2025-08-04T16:02:16.430" v="13" actId="1076"/>
          <ac:picMkLst>
            <pc:docMk/>
            <pc:sldMk cId="584685697" sldId="257"/>
            <ac:picMk id="2050" creationId="{0928D9F6-2473-CDD3-9681-7FD5F5AED63F}"/>
          </ac:picMkLst>
        </pc:picChg>
      </pc:sldChg>
      <pc:sldChg chg="modSp">
        <pc:chgData name="Azure Seas" userId="e9c77c53a1996ca0" providerId="Windows Live" clId="Web-{6869E282-68C4-03B2-0ECD-CCCDCEBC96E5}" dt="2025-08-04T16:02:37.383" v="22" actId="1076"/>
        <pc:sldMkLst>
          <pc:docMk/>
          <pc:sldMk cId="2593281762" sldId="258"/>
        </pc:sldMkLst>
        <pc:picChg chg="mod">
          <ac:chgData name="Azure Seas" userId="e9c77c53a1996ca0" providerId="Windows Live" clId="Web-{6869E282-68C4-03B2-0ECD-CCCDCEBC96E5}" dt="2025-08-04T16:02:37.383" v="22" actId="1076"/>
          <ac:picMkLst>
            <pc:docMk/>
            <pc:sldMk cId="2593281762" sldId="258"/>
            <ac:picMk id="5" creationId="{D3511BBA-117C-6FFE-9ED6-EB032F4B550E}"/>
          </ac:picMkLst>
        </pc:picChg>
        <pc:picChg chg="mod">
          <ac:chgData name="Azure Seas" userId="e9c77c53a1996ca0" providerId="Windows Live" clId="Web-{6869E282-68C4-03B2-0ECD-CCCDCEBC96E5}" dt="2025-08-04T16:02:30.414" v="20" actId="1076"/>
          <ac:picMkLst>
            <pc:docMk/>
            <pc:sldMk cId="2593281762" sldId="258"/>
            <ac:picMk id="1028" creationId="{E1AAC9AB-EF60-3DEE-BF8E-79FFC6441EC3}"/>
          </ac:picMkLst>
        </pc:picChg>
      </pc:sldChg>
      <pc:sldChg chg="modSp">
        <pc:chgData name="Azure Seas" userId="e9c77c53a1996ca0" providerId="Windows Live" clId="Web-{6869E282-68C4-03B2-0ECD-CCCDCEBC96E5}" dt="2025-08-04T16:01:21.977" v="7" actId="14100"/>
        <pc:sldMkLst>
          <pc:docMk/>
          <pc:sldMk cId="4099265405" sldId="259"/>
        </pc:sldMkLst>
        <pc:spChg chg="mod">
          <ac:chgData name="Azure Seas" userId="e9c77c53a1996ca0" providerId="Windows Live" clId="Web-{6869E282-68C4-03B2-0ECD-CCCDCEBC96E5}" dt="2025-08-04T16:01:21.977" v="7" actId="14100"/>
          <ac:spMkLst>
            <pc:docMk/>
            <pc:sldMk cId="4099265405" sldId="259"/>
            <ac:spMk id="2" creationId="{9F21316A-B6B7-DC43-33FB-60DFA7B42520}"/>
          </ac:spMkLst>
        </pc:spChg>
        <pc:graphicFrameChg chg="mod">
          <ac:chgData name="Azure Seas" userId="e9c77c53a1996ca0" providerId="Windows Live" clId="Web-{6869E282-68C4-03B2-0ECD-CCCDCEBC96E5}" dt="2025-08-04T16:01:10.102" v="3" actId="1076"/>
          <ac:graphicFrameMkLst>
            <pc:docMk/>
            <pc:sldMk cId="4099265405" sldId="259"/>
            <ac:graphicFrameMk id="6" creationId="{4D8AAC5D-2DE1-E5F1-49D2-75E929B55DE2}"/>
          </ac:graphicFrameMkLst>
        </pc:graphicFrameChg>
        <pc:picChg chg="mod">
          <ac:chgData name="Azure Seas" userId="e9c77c53a1996ca0" providerId="Windows Live" clId="Web-{6869E282-68C4-03B2-0ECD-CCCDCEBC96E5}" dt="2025-08-04T16:00:52.664" v="2" actId="1076"/>
          <ac:picMkLst>
            <pc:docMk/>
            <pc:sldMk cId="4099265405" sldId="259"/>
            <ac:picMk id="7" creationId="{9811500F-DF9C-3CD8-6B93-35E08CE666E4}"/>
          </ac:picMkLst>
        </pc:picChg>
      </pc:sldChg>
      <pc:sldChg chg="addSp modSp mod setBg">
        <pc:chgData name="Azure Seas" userId="e9c77c53a1996ca0" providerId="Windows Live" clId="Web-{6869E282-68C4-03B2-0ECD-CCCDCEBC96E5}" dt="2025-08-04T16:00:35.914" v="0"/>
        <pc:sldMkLst>
          <pc:docMk/>
          <pc:sldMk cId="3876282135" sldId="260"/>
        </pc:sldMkLst>
        <pc:spChg chg="mod">
          <ac:chgData name="Azure Seas" userId="e9c77c53a1996ca0" providerId="Windows Live" clId="Web-{6869E282-68C4-03B2-0ECD-CCCDCEBC96E5}" dt="2025-08-04T16:00:35.914" v="0"/>
          <ac:spMkLst>
            <pc:docMk/>
            <pc:sldMk cId="3876282135" sldId="260"/>
            <ac:spMk id="2" creationId="{EC0465AF-277C-AD21-F6A0-904681EB4B36}"/>
          </ac:spMkLst>
        </pc:spChg>
        <pc:spChg chg="mod">
          <ac:chgData name="Azure Seas" userId="e9c77c53a1996ca0" providerId="Windows Live" clId="Web-{6869E282-68C4-03B2-0ECD-CCCDCEBC96E5}" dt="2025-08-04T16:00:35.914" v="0"/>
          <ac:spMkLst>
            <pc:docMk/>
            <pc:sldMk cId="3876282135" sldId="260"/>
            <ac:spMk id="3" creationId="{5A5A758D-A6E7-9E79-437E-8BF969553772}"/>
          </ac:spMkLst>
        </pc:spChg>
        <pc:spChg chg="add">
          <ac:chgData name="Azure Seas" userId="e9c77c53a1996ca0" providerId="Windows Live" clId="Web-{6869E282-68C4-03B2-0ECD-CCCDCEBC96E5}" dt="2025-08-04T16:00:35.914" v="0"/>
          <ac:spMkLst>
            <pc:docMk/>
            <pc:sldMk cId="3876282135" sldId="260"/>
            <ac:spMk id="3079" creationId="{C0763A76-9F1C-4FC5-82B7-DD475DA461B2}"/>
          </ac:spMkLst>
        </pc:spChg>
        <pc:spChg chg="add">
          <ac:chgData name="Azure Seas" userId="e9c77c53a1996ca0" providerId="Windows Live" clId="Web-{6869E282-68C4-03B2-0ECD-CCCDCEBC96E5}" dt="2025-08-04T16:00:35.914" v="0"/>
          <ac:spMkLst>
            <pc:docMk/>
            <pc:sldMk cId="3876282135" sldId="260"/>
            <ac:spMk id="3081" creationId="{E81BF4F6-F2CF-4984-9D14-D6966D92F99F}"/>
          </ac:spMkLst>
        </pc:spChg>
        <pc:picChg chg="mod">
          <ac:chgData name="Azure Seas" userId="e9c77c53a1996ca0" providerId="Windows Live" clId="Web-{6869E282-68C4-03B2-0ECD-CCCDCEBC96E5}" dt="2025-08-04T16:00:35.914" v="0"/>
          <ac:picMkLst>
            <pc:docMk/>
            <pc:sldMk cId="3876282135" sldId="260"/>
            <ac:picMk id="3074" creationId="{024A604F-FE8A-CCA3-37DB-28DA3CC13DC8}"/>
          </ac:picMkLst>
        </pc:picChg>
      </pc:sldChg>
      <pc:sldChg chg="addSp modSp mod setBg">
        <pc:chgData name="Azure Seas" userId="e9c77c53a1996ca0" providerId="Windows Live" clId="Web-{6869E282-68C4-03B2-0ECD-CCCDCEBC96E5}" dt="2025-08-04T16:01:37.492" v="8"/>
        <pc:sldMkLst>
          <pc:docMk/>
          <pc:sldMk cId="3322400100" sldId="263"/>
        </pc:sldMkLst>
        <pc:spChg chg="mod">
          <ac:chgData name="Azure Seas" userId="e9c77c53a1996ca0" providerId="Windows Live" clId="Web-{6869E282-68C4-03B2-0ECD-CCCDCEBC96E5}" dt="2025-08-04T16:01:37.492" v="8"/>
          <ac:spMkLst>
            <pc:docMk/>
            <pc:sldMk cId="3322400100" sldId="263"/>
            <ac:spMk id="2" creationId="{D80B680E-C88A-BB79-A731-24D53DAEDFE0}"/>
          </ac:spMkLst>
        </pc:spChg>
        <pc:spChg chg="mod">
          <ac:chgData name="Azure Seas" userId="e9c77c53a1996ca0" providerId="Windows Live" clId="Web-{6869E282-68C4-03B2-0ECD-CCCDCEBC96E5}" dt="2025-08-04T16:01:37.492" v="8"/>
          <ac:spMkLst>
            <pc:docMk/>
            <pc:sldMk cId="3322400100" sldId="263"/>
            <ac:spMk id="3" creationId="{35539008-AF1D-E019-F2F8-FF40EFF5310F}"/>
          </ac:spMkLst>
        </pc:spChg>
        <pc:spChg chg="add">
          <ac:chgData name="Azure Seas" userId="e9c77c53a1996ca0" providerId="Windows Live" clId="Web-{6869E282-68C4-03B2-0ECD-CCCDCEBC96E5}" dt="2025-08-04T16:01:37.492" v="8"/>
          <ac:spMkLst>
            <pc:docMk/>
            <pc:sldMk cId="3322400100" sldId="263"/>
            <ac:spMk id="4105" creationId="{F13C74B1-5B17-4795-BED0-7140497B445A}"/>
          </ac:spMkLst>
        </pc:spChg>
        <pc:spChg chg="add">
          <ac:chgData name="Azure Seas" userId="e9c77c53a1996ca0" providerId="Windows Live" clId="Web-{6869E282-68C4-03B2-0ECD-CCCDCEBC96E5}" dt="2025-08-04T16:01:37.492" v="8"/>
          <ac:spMkLst>
            <pc:docMk/>
            <pc:sldMk cId="3322400100" sldId="263"/>
            <ac:spMk id="4107" creationId="{D4974D33-8DC5-464E-8C6D-BE58F0669C17}"/>
          </ac:spMkLst>
        </pc:spChg>
        <pc:picChg chg="mod">
          <ac:chgData name="Azure Seas" userId="e9c77c53a1996ca0" providerId="Windows Live" clId="Web-{6869E282-68C4-03B2-0ECD-CCCDCEBC96E5}" dt="2025-08-04T16:01:37.492" v="8"/>
          <ac:picMkLst>
            <pc:docMk/>
            <pc:sldMk cId="3322400100" sldId="263"/>
            <ac:picMk id="4100" creationId="{F9EA8916-DB1A-9942-573B-AAA6C8FAE454}"/>
          </ac:picMkLst>
        </pc:picChg>
      </pc:sldChg>
      <pc:sldChg chg="addSp modSp mod setBg">
        <pc:chgData name="Azure Seas" userId="e9c77c53a1996ca0" providerId="Windows Live" clId="Web-{6869E282-68C4-03B2-0ECD-CCCDCEBC96E5}" dt="2025-08-04T16:01:44.742" v="9"/>
        <pc:sldMkLst>
          <pc:docMk/>
          <pc:sldMk cId="3576361755" sldId="264"/>
        </pc:sldMkLst>
        <pc:spChg chg="mod">
          <ac:chgData name="Azure Seas" userId="e9c77c53a1996ca0" providerId="Windows Live" clId="Web-{6869E282-68C4-03B2-0ECD-CCCDCEBC96E5}" dt="2025-08-04T16:01:44.742" v="9"/>
          <ac:spMkLst>
            <pc:docMk/>
            <pc:sldMk cId="3576361755" sldId="264"/>
            <ac:spMk id="2" creationId="{5EE5B3B7-DF6A-C6A2-BCE0-C8D7DBD9323C}"/>
          </ac:spMkLst>
        </pc:spChg>
        <pc:spChg chg="mod">
          <ac:chgData name="Azure Seas" userId="e9c77c53a1996ca0" providerId="Windows Live" clId="Web-{6869E282-68C4-03B2-0ECD-CCCDCEBC96E5}" dt="2025-08-04T16:01:44.742" v="9"/>
          <ac:spMkLst>
            <pc:docMk/>
            <pc:sldMk cId="3576361755" sldId="264"/>
            <ac:spMk id="3" creationId="{21967370-2242-530C-5B66-19AA9561BABA}"/>
          </ac:spMkLst>
        </pc:spChg>
        <pc:spChg chg="add">
          <ac:chgData name="Azure Seas" userId="e9c77c53a1996ca0" providerId="Windows Live" clId="Web-{6869E282-68C4-03B2-0ECD-CCCDCEBC96E5}" dt="2025-08-04T16:01:44.742" v="9"/>
          <ac:spMkLst>
            <pc:docMk/>
            <pc:sldMk cId="3576361755" sldId="264"/>
            <ac:spMk id="9" creationId="{F13C74B1-5B17-4795-BED0-7140497B445A}"/>
          </ac:spMkLst>
        </pc:spChg>
        <pc:spChg chg="add">
          <ac:chgData name="Azure Seas" userId="e9c77c53a1996ca0" providerId="Windows Live" clId="Web-{6869E282-68C4-03B2-0ECD-CCCDCEBC96E5}" dt="2025-08-04T16:01:44.742" v="9"/>
          <ac:spMkLst>
            <pc:docMk/>
            <pc:sldMk cId="3576361755" sldId="264"/>
            <ac:spMk id="11" creationId="{D4974D33-8DC5-464E-8C6D-BE58F0669C17}"/>
          </ac:spMkLst>
        </pc:spChg>
        <pc:picChg chg="mod">
          <ac:chgData name="Azure Seas" userId="e9c77c53a1996ca0" providerId="Windows Live" clId="Web-{6869E282-68C4-03B2-0ECD-CCCDCEBC96E5}" dt="2025-08-04T16:01:44.742" v="9"/>
          <ac:picMkLst>
            <pc:docMk/>
            <pc:sldMk cId="3576361755" sldId="264"/>
            <ac:picMk id="4" creationId="{D2087132-A547-76E9-F504-295ADD3AEF10}"/>
          </ac:picMkLst>
        </pc:picChg>
      </pc:sldChg>
    </pc:docChg>
  </pc:docChgLst>
  <pc:docChgLst>
    <pc:chgData name="Azure Seas" userId="e9c77c53a1996ca0" providerId="Windows Live" clId="Web-{225437D3-D697-66EF-F469-66139002C879}"/>
    <pc:docChg chg="modSld">
      <pc:chgData name="Azure Seas" userId="e9c77c53a1996ca0" providerId="Windows Live" clId="Web-{225437D3-D697-66EF-F469-66139002C879}" dt="2025-08-04T15:59:30.400" v="6"/>
      <pc:docMkLst>
        <pc:docMk/>
      </pc:docMkLst>
      <pc:sldChg chg="addSp modSp mod setBg">
        <pc:chgData name="Azure Seas" userId="e9c77c53a1996ca0" providerId="Windows Live" clId="Web-{225437D3-D697-66EF-F469-66139002C879}" dt="2025-08-04T15:59:16.352" v="3"/>
        <pc:sldMkLst>
          <pc:docMk/>
          <pc:sldMk cId="584685697" sldId="257"/>
        </pc:sldMkLst>
        <pc:spChg chg="mod">
          <ac:chgData name="Azure Seas" userId="e9c77c53a1996ca0" providerId="Windows Live" clId="Web-{225437D3-D697-66EF-F469-66139002C879}" dt="2025-08-04T15:59:16.352" v="3"/>
          <ac:spMkLst>
            <pc:docMk/>
            <pc:sldMk cId="584685697" sldId="257"/>
            <ac:spMk id="2" creationId="{7B9FF76D-B994-27A7-3AA3-31B892D50E1D}"/>
          </ac:spMkLst>
        </pc:spChg>
        <pc:spChg chg="mod">
          <ac:chgData name="Azure Seas" userId="e9c77c53a1996ca0" providerId="Windows Live" clId="Web-{225437D3-D697-66EF-F469-66139002C879}" dt="2025-08-04T15:59:16.352" v="3"/>
          <ac:spMkLst>
            <pc:docMk/>
            <pc:sldMk cId="584685697" sldId="257"/>
            <ac:spMk id="3" creationId="{E7A9077C-A9F6-70E3-CF5B-5A2A3443ADE0}"/>
          </ac:spMkLst>
        </pc:spChg>
        <pc:spChg chg="add">
          <ac:chgData name="Azure Seas" userId="e9c77c53a1996ca0" providerId="Windows Live" clId="Web-{225437D3-D697-66EF-F469-66139002C879}" dt="2025-08-04T15:59:16.352" v="3"/>
          <ac:spMkLst>
            <pc:docMk/>
            <pc:sldMk cId="584685697" sldId="257"/>
            <ac:spMk id="2055" creationId="{8D1AA55E-40D5-461B-A5A8-4AE8AAB71B08}"/>
          </ac:spMkLst>
        </pc:spChg>
        <pc:spChg chg="add">
          <ac:chgData name="Azure Seas" userId="e9c77c53a1996ca0" providerId="Windows Live" clId="Web-{225437D3-D697-66EF-F469-66139002C879}" dt="2025-08-04T15:59:16.352" v="3"/>
          <ac:spMkLst>
            <pc:docMk/>
            <pc:sldMk cId="584685697" sldId="257"/>
            <ac:spMk id="2059" creationId="{6CB927A4-E432-4310-9CD5-E89FF5063179}"/>
          </ac:spMkLst>
        </pc:spChg>
        <pc:spChg chg="add">
          <ac:chgData name="Azure Seas" userId="e9c77c53a1996ca0" providerId="Windows Live" clId="Web-{225437D3-D697-66EF-F469-66139002C879}" dt="2025-08-04T15:59:16.352" v="3"/>
          <ac:spMkLst>
            <pc:docMk/>
            <pc:sldMk cId="584685697" sldId="257"/>
            <ac:spMk id="2061" creationId="{E3020543-B24B-4EC4-8FFC-8DD88EEA91A8}"/>
          </ac:spMkLst>
        </pc:spChg>
        <pc:picChg chg="mod">
          <ac:chgData name="Azure Seas" userId="e9c77c53a1996ca0" providerId="Windows Live" clId="Web-{225437D3-D697-66EF-F469-66139002C879}" dt="2025-08-04T15:59:16.352" v="3"/>
          <ac:picMkLst>
            <pc:docMk/>
            <pc:sldMk cId="584685697" sldId="257"/>
            <ac:picMk id="2050" creationId="{0928D9F6-2473-CDD3-9681-7FD5F5AED63F}"/>
          </ac:picMkLst>
        </pc:picChg>
        <pc:cxnChg chg="add">
          <ac:chgData name="Azure Seas" userId="e9c77c53a1996ca0" providerId="Windows Live" clId="Web-{225437D3-D697-66EF-F469-66139002C879}" dt="2025-08-04T15:59:16.352" v="3"/>
          <ac:cxnSpMkLst>
            <pc:docMk/>
            <pc:sldMk cId="584685697" sldId="257"/>
            <ac:cxnSpMk id="2057" creationId="{7EB498BD-8089-4626-91EA-4978EBEF535E}"/>
          </ac:cxnSpMkLst>
        </pc:cxnChg>
      </pc:sldChg>
      <pc:sldChg chg="addSp delSp modSp mod setBg">
        <pc:chgData name="Azure Seas" userId="e9c77c53a1996ca0" providerId="Windows Live" clId="Web-{225437D3-D697-66EF-F469-66139002C879}" dt="2025-08-04T15:59:30.400" v="6"/>
        <pc:sldMkLst>
          <pc:docMk/>
          <pc:sldMk cId="2593281762" sldId="258"/>
        </pc:sldMkLst>
        <pc:spChg chg="mod">
          <ac:chgData name="Azure Seas" userId="e9c77c53a1996ca0" providerId="Windows Live" clId="Web-{225437D3-D697-66EF-F469-66139002C879}" dt="2025-08-04T15:59:30.400" v="6"/>
          <ac:spMkLst>
            <pc:docMk/>
            <pc:sldMk cId="2593281762" sldId="258"/>
            <ac:spMk id="2" creationId="{098FB3D2-3B3E-F31E-DE1D-242147E0C96D}"/>
          </ac:spMkLst>
        </pc:spChg>
        <pc:spChg chg="mod">
          <ac:chgData name="Azure Seas" userId="e9c77c53a1996ca0" providerId="Windows Live" clId="Web-{225437D3-D697-66EF-F469-66139002C879}" dt="2025-08-04T15:59:30.400" v="6"/>
          <ac:spMkLst>
            <pc:docMk/>
            <pc:sldMk cId="2593281762" sldId="258"/>
            <ac:spMk id="3" creationId="{1649DA14-B103-4CE8-0EBC-58B406C34379}"/>
          </ac:spMkLst>
        </pc:spChg>
        <pc:spChg chg="mod ord">
          <ac:chgData name="Azure Seas" userId="e9c77c53a1996ca0" providerId="Windows Live" clId="Web-{225437D3-D697-66EF-F469-66139002C879}" dt="2025-08-04T15:59:30.400" v="6"/>
          <ac:spMkLst>
            <pc:docMk/>
            <pc:sldMk cId="2593281762" sldId="258"/>
            <ac:spMk id="6" creationId="{947E8062-AD71-323A-E431-BA06C3857E8A}"/>
          </ac:spMkLst>
        </pc:spChg>
        <pc:spChg chg="add del">
          <ac:chgData name="Azure Seas" userId="e9c77c53a1996ca0" providerId="Windows Live" clId="Web-{225437D3-D697-66EF-F469-66139002C879}" dt="2025-08-04T15:59:30.384" v="5"/>
          <ac:spMkLst>
            <pc:docMk/>
            <pc:sldMk cId="2593281762" sldId="258"/>
            <ac:spMk id="1033" creationId="{D2B783EE-0239-4717-BBEA-8C9EAC61C824}"/>
          </ac:spMkLst>
        </pc:spChg>
        <pc:spChg chg="add del">
          <ac:chgData name="Azure Seas" userId="e9c77c53a1996ca0" providerId="Windows Live" clId="Web-{225437D3-D697-66EF-F469-66139002C879}" dt="2025-08-04T15:59:30.384" v="5"/>
          <ac:spMkLst>
            <pc:docMk/>
            <pc:sldMk cId="2593281762" sldId="258"/>
            <ac:spMk id="1035" creationId="{A7B99495-F43F-4D80-A44F-2CB4764EB90B}"/>
          </ac:spMkLst>
        </pc:spChg>
        <pc:spChg chg="add del">
          <ac:chgData name="Azure Seas" userId="e9c77c53a1996ca0" providerId="Windows Live" clId="Web-{225437D3-D697-66EF-F469-66139002C879}" dt="2025-08-04T15:59:30.384" v="5"/>
          <ac:spMkLst>
            <pc:docMk/>
            <pc:sldMk cId="2593281762" sldId="258"/>
            <ac:spMk id="1037" creationId="{70BEB1E7-2F88-40BC-B73D-42E5B6F80BFC}"/>
          </ac:spMkLst>
        </pc:spChg>
        <pc:spChg chg="add">
          <ac:chgData name="Azure Seas" userId="e9c77c53a1996ca0" providerId="Windows Live" clId="Web-{225437D3-D697-66EF-F469-66139002C879}" dt="2025-08-04T15:59:30.400" v="6"/>
          <ac:spMkLst>
            <pc:docMk/>
            <pc:sldMk cId="2593281762" sldId="258"/>
            <ac:spMk id="1039" creationId="{352BEC0E-22F8-46D0-9632-375DB541B06C}"/>
          </ac:spMkLst>
        </pc:spChg>
        <pc:spChg chg="add">
          <ac:chgData name="Azure Seas" userId="e9c77c53a1996ca0" providerId="Windows Live" clId="Web-{225437D3-D697-66EF-F469-66139002C879}" dt="2025-08-04T15:59:30.400" v="6"/>
          <ac:spMkLst>
            <pc:docMk/>
            <pc:sldMk cId="2593281762" sldId="258"/>
            <ac:spMk id="1040" creationId="{3FCFB1DE-0B7E-48CC-BA90-B2AB0889F9D6}"/>
          </ac:spMkLst>
        </pc:spChg>
        <pc:picChg chg="mod">
          <ac:chgData name="Azure Seas" userId="e9c77c53a1996ca0" providerId="Windows Live" clId="Web-{225437D3-D697-66EF-F469-66139002C879}" dt="2025-08-04T15:59:30.400" v="6"/>
          <ac:picMkLst>
            <pc:docMk/>
            <pc:sldMk cId="2593281762" sldId="258"/>
            <ac:picMk id="5" creationId="{D3511BBA-117C-6FFE-9ED6-EB032F4B550E}"/>
          </ac:picMkLst>
        </pc:picChg>
        <pc:picChg chg="mod ord">
          <ac:chgData name="Azure Seas" userId="e9c77c53a1996ca0" providerId="Windows Live" clId="Web-{225437D3-D697-66EF-F469-66139002C879}" dt="2025-08-04T15:59:30.400" v="6"/>
          <ac:picMkLst>
            <pc:docMk/>
            <pc:sldMk cId="2593281762" sldId="258"/>
            <ac:picMk id="1028" creationId="{E1AAC9AB-EF60-3DEE-BF8E-79FFC6441EC3}"/>
          </ac:picMkLst>
        </pc:picChg>
      </pc:sldChg>
    </pc:docChg>
  </pc:docChgLst>
  <pc:docChgLst>
    <pc:chgData name="acearun@gmail.com" userId="45eccef0c200b126" providerId="LiveId" clId="{B178D752-8B74-1A49-A60C-D1448299E71E}"/>
    <pc:docChg chg="undo custSel addSld delSld modSld addMainMaster delMainMaster">
      <pc:chgData name="acearun@gmail.com" userId="45eccef0c200b126" providerId="LiveId" clId="{B178D752-8B74-1A49-A60C-D1448299E71E}" dt="2025-05-07T06:10:09.184" v="666" actId="767"/>
      <pc:docMkLst>
        <pc:docMk/>
      </pc:docMkLst>
      <pc:sldChg chg="addSp delSp modSp mod modClrScheme addAnim delAnim chgLayout">
        <pc:chgData name="acearun@gmail.com" userId="45eccef0c200b126" providerId="LiveId" clId="{B178D752-8B74-1A49-A60C-D1448299E71E}" dt="2025-05-07T05:32:49.694" v="98" actId="18131"/>
        <pc:sldMkLst>
          <pc:docMk/>
          <pc:sldMk cId="109857222" sldId="256"/>
        </pc:sldMkLst>
      </pc:sldChg>
      <pc:sldChg chg="addSp delSp modSp new mod modClrScheme chgLayout">
        <pc:chgData name="acearun@gmail.com" userId="45eccef0c200b126" providerId="LiveId" clId="{B178D752-8B74-1A49-A60C-D1448299E71E}" dt="2025-05-07T05:36:48.773" v="122" actId="1076"/>
        <pc:sldMkLst>
          <pc:docMk/>
          <pc:sldMk cId="584685697" sldId="257"/>
        </pc:sldMkLst>
      </pc:sldChg>
      <pc:sldChg chg="new del">
        <pc:chgData name="acearun@gmail.com" userId="45eccef0c200b126" providerId="LiveId" clId="{B178D752-8B74-1A49-A60C-D1448299E71E}" dt="2025-05-07T05:31:43.829" v="81" actId="680"/>
        <pc:sldMkLst>
          <pc:docMk/>
          <pc:sldMk cId="775309432" sldId="257"/>
        </pc:sldMkLst>
      </pc:sldChg>
      <pc:sldChg chg="new del">
        <pc:chgData name="acearun@gmail.com" userId="45eccef0c200b126" providerId="LiveId" clId="{B178D752-8B74-1A49-A60C-D1448299E71E}" dt="2025-05-07T05:31:40.614" v="79" actId="680"/>
        <pc:sldMkLst>
          <pc:docMk/>
          <pc:sldMk cId="2845868356" sldId="257"/>
        </pc:sldMkLst>
      </pc:sldChg>
      <pc:sldChg chg="new del">
        <pc:chgData name="acearun@gmail.com" userId="45eccef0c200b126" providerId="LiveId" clId="{B178D752-8B74-1A49-A60C-D1448299E71E}" dt="2025-05-07T05:37:03.705" v="124" actId="2696"/>
        <pc:sldMkLst>
          <pc:docMk/>
          <pc:sldMk cId="718064884" sldId="258"/>
        </pc:sldMkLst>
      </pc:sldChg>
      <pc:sldChg chg="addSp delSp modSp add mod">
        <pc:chgData name="acearun@gmail.com" userId="45eccef0c200b126" providerId="LiveId" clId="{B178D752-8B74-1A49-A60C-D1448299E71E}" dt="2025-05-07T05:44:06.467" v="210"/>
        <pc:sldMkLst>
          <pc:docMk/>
          <pc:sldMk cId="2593281762" sldId="258"/>
        </pc:sldMkLst>
      </pc:sldChg>
      <pc:sldChg chg="new del">
        <pc:chgData name="acearun@gmail.com" userId="45eccef0c200b126" providerId="LiveId" clId="{B178D752-8B74-1A49-A60C-D1448299E71E}" dt="2025-05-07T05:44:04.233" v="209" actId="680"/>
        <pc:sldMkLst>
          <pc:docMk/>
          <pc:sldMk cId="1198134530" sldId="259"/>
        </pc:sldMkLst>
      </pc:sldChg>
      <pc:sldChg chg="addSp delSp modSp new mod modClrScheme chgLayout">
        <pc:chgData name="acearun@gmail.com" userId="45eccef0c200b126" providerId="LiveId" clId="{B178D752-8B74-1A49-A60C-D1448299E71E}" dt="2025-05-07T05:47:38.024" v="259" actId="1076"/>
        <pc:sldMkLst>
          <pc:docMk/>
          <pc:sldMk cId="4099265405" sldId="259"/>
        </pc:sldMkLst>
      </pc:sldChg>
      <pc:sldChg chg="addSp delSp modSp add mod modClrScheme chgLayout">
        <pc:chgData name="acearun@gmail.com" userId="45eccef0c200b126" providerId="LiveId" clId="{B178D752-8B74-1A49-A60C-D1448299E71E}" dt="2025-05-07T05:52:39.560" v="271" actId="113"/>
        <pc:sldMkLst>
          <pc:docMk/>
          <pc:sldMk cId="3876282135" sldId="260"/>
        </pc:sldMkLst>
      </pc:sldChg>
      <pc:sldChg chg="addSp delSp modSp new mod modNotesTx">
        <pc:chgData name="acearun@gmail.com" userId="45eccef0c200b126" providerId="LiveId" clId="{B178D752-8B74-1A49-A60C-D1448299E71E}" dt="2025-05-07T05:55:36.015" v="306" actId="1076"/>
        <pc:sldMkLst>
          <pc:docMk/>
          <pc:sldMk cId="2979095683" sldId="261"/>
        </pc:sldMkLst>
      </pc:sldChg>
      <pc:sldChg chg="addSp delSp modSp add mod">
        <pc:chgData name="acearun@gmail.com" userId="45eccef0c200b126" providerId="LiveId" clId="{B178D752-8B74-1A49-A60C-D1448299E71E}" dt="2025-05-07T05:56:24.891" v="315" actId="14100"/>
        <pc:sldMkLst>
          <pc:docMk/>
          <pc:sldMk cId="3711206492" sldId="262"/>
        </pc:sldMkLst>
      </pc:sldChg>
      <pc:sldChg chg="addSp delSp modSp new mod modClrScheme chgLayout">
        <pc:chgData name="acearun@gmail.com" userId="45eccef0c200b126" providerId="LiveId" clId="{B178D752-8B74-1A49-A60C-D1448299E71E}" dt="2025-05-07T05:59:46.234" v="341" actId="20577"/>
        <pc:sldMkLst>
          <pc:docMk/>
          <pc:sldMk cId="3322400100" sldId="263"/>
        </pc:sldMkLst>
      </pc:sldChg>
      <pc:sldChg chg="addSp delSp modSp new mod">
        <pc:chgData name="acearun@gmail.com" userId="45eccef0c200b126" providerId="LiveId" clId="{B178D752-8B74-1A49-A60C-D1448299E71E}" dt="2025-05-07T06:07:15.879" v="550" actId="113"/>
        <pc:sldMkLst>
          <pc:docMk/>
          <pc:sldMk cId="3576361755" sldId="264"/>
        </pc:sldMkLst>
      </pc:sldChg>
      <pc:sldChg chg="addSp delSp modSp add mod modClrScheme chgLayout">
        <pc:chgData name="acearun@gmail.com" userId="45eccef0c200b126" providerId="LiveId" clId="{B178D752-8B74-1A49-A60C-D1448299E71E}" dt="2025-05-07T06:10:09.184" v="666" actId="767"/>
        <pc:sldMkLst>
          <pc:docMk/>
          <pc:sldMk cId="112934991" sldId="265"/>
        </pc:sldMkLst>
      </pc:sldChg>
      <pc:sldMasterChg chg="del delSldLayout">
        <pc:chgData name="acearun@gmail.com" userId="45eccef0c200b126" providerId="LiveId" clId="{B178D752-8B74-1A49-A60C-D1448299E71E}" dt="2025-05-07T05:26:43.351" v="42" actId="26606"/>
        <pc:sldMasterMkLst>
          <pc:docMk/>
          <pc:sldMasterMk cId="2460954070" sldId="2147483660"/>
        </pc:sldMasterMkLst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replId addSldLayout">
        <pc:chgData name="acearun@gmail.com" userId="45eccef0c200b126" providerId="LiveId" clId="{B178D752-8B74-1A49-A60C-D1448299E71E}" dt="2025-05-07T05:26:43.351" v="42" actId="26606"/>
        <pc:sldMasterMkLst>
          <pc:docMk/>
          <pc:sldMasterMk cId="1218684920" sldId="2147483672"/>
        </pc:sldMasterMkLst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993733371" sldId="2147483673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993249963" sldId="2147483674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796550939" sldId="2147483675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083858497" sldId="2147483676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017087182" sldId="2147483677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4164083541" sldId="2147483678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250928429" sldId="2147483679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170852049" sldId="2147483680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819191760" sldId="2147483681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035710470" sldId="2147483682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745648303" sldId="2147483683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488540854" sldId="2147483684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844179716" sldId="2147483685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792785306" sldId="2147483686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756290541" sldId="2147483687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606541343" sldId="2147483688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856822781" sldId="2147483689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204933301" sldId="2147483690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042312102" sldId="2147483691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848585163" sldId="2147483692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544219642" sldId="2147483693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46739933" sldId="2147483694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880190573" sldId="2147483695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835842449" sldId="2147483696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4174550893" sldId="2147483697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659027351" sldId="2147483698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483010577" sldId="2147483699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776054455" sldId="2147483700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096262939" sldId="2147483701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188994809" sldId="2147483702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460447424" sldId="2147483703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890334047" sldId="2147483704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863255811" sldId="2147483705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177381362" sldId="2147483706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252131593" sldId="2147483707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299622295" sldId="2147483708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913347558" sldId="2147483709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46273147" sldId="2147483710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629622138" sldId="2147483711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760168194" sldId="2147483712"/>
          </pc:sldLayoutMkLst>
        </pc:sldLayoutChg>
        <pc:sldLayoutChg chg="ad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399114810" sldId="2147483713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505166178" sldId="2147483714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991839263" sldId="2147483715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1408765914" sldId="2147483716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936276119" sldId="2147483717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06966502" sldId="2147483718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3480059904" sldId="2147483719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150312983" sldId="2147483720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722925771" sldId="2147483721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4177793188" sldId="2147483722"/>
          </pc:sldLayoutMkLst>
        </pc:sldLayoutChg>
        <pc:sldLayoutChg chg="add replId">
          <pc:chgData name="acearun@gmail.com" userId="45eccef0c200b126" providerId="LiveId" clId="{B178D752-8B74-1A49-A60C-D1448299E71E}" dt="2025-05-07T05:26:43.351" v="42" actId="26606"/>
          <pc:sldLayoutMkLst>
            <pc:docMk/>
            <pc:sldMasterMk cId="1218684920" sldId="2147483672"/>
            <pc:sldLayoutMk cId="2417876806" sldId="2147483723"/>
          </pc:sldLayoutMkLst>
        </pc:sldLayoutChg>
      </pc:sldMasterChg>
    </pc:docChg>
  </pc:docChgLst>
  <pc:docChgLst>
    <pc:chgData name="acearun@gmail.com" userId="45eccef0c200b126" providerId="Windows Live" clId="Web-{19FDE847-27C8-F2CD-DB13-EB24803DEB13}"/>
    <pc:docChg chg="modSld">
      <pc:chgData name="acearun@gmail.com" userId="45eccef0c200b126" providerId="Windows Live" clId="Web-{19FDE847-27C8-F2CD-DB13-EB24803DEB13}" dt="2025-07-21T18:17:18.152" v="0" actId="20577"/>
      <pc:docMkLst>
        <pc:docMk/>
      </pc:docMkLst>
      <pc:sldChg chg="modSp">
        <pc:chgData name="acearun@gmail.com" userId="45eccef0c200b126" providerId="Windows Live" clId="Web-{19FDE847-27C8-F2CD-DB13-EB24803DEB13}" dt="2025-07-21T18:17:18.152" v="0" actId="20577"/>
        <pc:sldMkLst>
          <pc:docMk/>
          <pc:sldMk cId="2593281762" sldId="258"/>
        </pc:sldMkLst>
        <pc:spChg chg="mod">
          <ac:chgData name="acearun@gmail.com" userId="45eccef0c200b126" providerId="Windows Live" clId="Web-{19FDE847-27C8-F2CD-DB13-EB24803DEB13}" dt="2025-07-21T18:17:18.152" v="0" actId="20577"/>
          <ac:spMkLst>
            <pc:docMk/>
            <pc:sldMk cId="2593281762" sldId="258"/>
            <ac:spMk id="3" creationId="{1649DA14-B103-4CE8-0EBC-58B406C343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ABB02-FBA3-7F48-9706-766ACD29687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8E9B-856F-2A48-9194-2E1BB4594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7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Servo servo = </a:t>
            </a:r>
            <a:r>
              <a:rPr lang="en-US" dirty="0" err="1"/>
              <a:t>hardwareMap.get</a:t>
            </a:r>
            <a:r>
              <a:rPr lang="en-US" dirty="0"/>
              <a:t>(</a:t>
            </a:r>
            <a:r>
              <a:rPr lang="en-US" dirty="0" err="1"/>
              <a:t>Servo.class</a:t>
            </a:r>
            <a:r>
              <a:rPr lang="en-US" dirty="0"/>
              <a:t>, "</a:t>
            </a:r>
            <a:r>
              <a:rPr lang="en-US" dirty="0" err="1"/>
              <a:t>clawServo</a:t>
            </a:r>
            <a:r>
              <a:rPr lang="en-US" dirty="0"/>
              <a:t>");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servo.setPosition</a:t>
            </a:r>
            <a:r>
              <a:rPr lang="en-US" dirty="0"/>
              <a:t>(0.5); // move to mid-position0.0 = one extreme, 1.0 = opposite extreme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D8E9B-856F-2A48-9194-2E1BB45946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86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E1BC-648B-C9BB-E621-E1228B60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F9624-7219-501F-6F10-1553E58A1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DF94C-0885-5D83-0852-038F1DEA3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Servo servo = </a:t>
            </a:r>
            <a:r>
              <a:rPr lang="en-US" dirty="0" err="1"/>
              <a:t>hardwareMap.get</a:t>
            </a:r>
            <a:r>
              <a:rPr lang="en-US" dirty="0"/>
              <a:t>(</a:t>
            </a:r>
            <a:r>
              <a:rPr lang="en-US" dirty="0" err="1"/>
              <a:t>Servo.class</a:t>
            </a:r>
            <a:r>
              <a:rPr lang="en-US" dirty="0"/>
              <a:t>, "</a:t>
            </a:r>
            <a:r>
              <a:rPr lang="en-US" dirty="0" err="1"/>
              <a:t>clawServo</a:t>
            </a:r>
            <a:r>
              <a:rPr lang="en-US" dirty="0"/>
              <a:t>");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servo.setPosition</a:t>
            </a:r>
            <a:r>
              <a:rPr lang="en-US" dirty="0"/>
              <a:t>(0.5); // move to mid-position0.0 = one extreme, 1.0 = opposite extreme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583B-8C11-81BD-7610-A18EFABBA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D8E9B-856F-2A48-9194-2E1BB45946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23" y="6519672"/>
            <a:ext cx="11016004" cy="365125"/>
          </a:xfrm>
        </p:spPr>
        <p:txBody>
          <a:bodyPr/>
          <a:lstStyle>
            <a:lvl1pPr algn="ctr">
              <a:defRPr sz="900"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17876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9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2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0312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59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6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76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65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39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66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33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49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5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58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8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83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28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52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9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10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483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40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79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853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0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41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227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33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2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85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196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9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90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8358424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174550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590273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30105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0544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2629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94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474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34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5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813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315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222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475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31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221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68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14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9768" y="6519672"/>
            <a:ext cx="110733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1868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2" r:id="rId2"/>
    <p:sldLayoutId id="2147483721" r:id="rId3"/>
    <p:sldLayoutId id="2147483720" r:id="rId4"/>
    <p:sldLayoutId id="2147483719" r:id="rId5"/>
    <p:sldLayoutId id="2147483718" r:id="rId6"/>
    <p:sldLayoutId id="2147483717" r:id="rId7"/>
    <p:sldLayoutId id="2147483716" r:id="rId8"/>
    <p:sldLayoutId id="2147483715" r:id="rId9"/>
    <p:sldLayoutId id="2147483714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arduinomodules.info/download/ky-003-hall-magnetic-sensor-module-zip-fil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eobites.org/looking-for-life-on-mars-what-can-the-valleys-that-once-flowed-into-jezero-crater-tell-us-about-the-best-rocks-to-sample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148" y="5533264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 sz="3600" dirty="0"/>
              <a:t>Servos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1031" name="Subtitle 2">
            <a:extLst>
              <a:ext uri="{FF2B5EF4-FFF2-40B4-BE49-F238E27FC236}">
                <a16:creationId xmlns:a16="http://schemas.microsoft.com/office/drawing/2014/main" id="{49835BD2-3849-F5A6-53CE-E6101EEBB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 fontScale="77500" lnSpcReduction="20000"/>
          </a:bodyPr>
          <a:lstStyle/>
          <a:p>
            <a:br>
              <a:rPr lang="en-US" dirty="0"/>
            </a:br>
            <a:r>
              <a:rPr lang="en-US" dirty="0"/>
              <a:t>And their use in robotics</a:t>
            </a:r>
          </a:p>
        </p:txBody>
      </p:sp>
      <p:pic>
        <p:nvPicPr>
          <p:cNvPr id="1026" name="Picture 2" descr="Servo motor robotics">
            <a:extLst>
              <a:ext uri="{FF2B5EF4-FFF2-40B4-BE49-F238E27FC236}">
                <a16:creationId xmlns:a16="http://schemas.microsoft.com/office/drawing/2014/main" id="{0CBD63FF-275F-FE3B-8A26-A70C6F7EE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" t="9670" r="67" b="27694"/>
          <a:stretch>
            <a:fillRect/>
          </a:stretch>
        </p:blipFill>
        <p:spPr bwMode="auto">
          <a:xfrm>
            <a:off x="2242" y="2379"/>
            <a:ext cx="12205447" cy="50975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D1BB6-9DD4-3C2C-F80D-3334CAA4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FF76D-B994-27A7-3AA3-31B892D5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Servo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077C-A9F6-70E3-CF5B-5A2A3443AD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3776" y="2829330"/>
            <a:ext cx="6190412" cy="3344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 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servo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 is a motor with built-in feedback for precise position control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Moves to and holds specific angles (e.g., 0° to 180°)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Controlled by setting a position value, not speed or power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Ideal for claws, arms, gates, and linear actuators</a:t>
            </a:r>
          </a:p>
          <a:p>
            <a:pPr marL="0">
              <a:lnSpc>
                <a:spcPct val="90000"/>
              </a:lnSpc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2050" name="Picture 2" descr="Axon MINI+">
            <a:extLst>
              <a:ext uri="{FF2B5EF4-FFF2-40B4-BE49-F238E27FC236}">
                <a16:creationId xmlns:a16="http://schemas.microsoft.com/office/drawing/2014/main" id="{0928D9F6-2473-CDD3-9681-7FD5F5AE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" b="1"/>
          <a:stretch/>
        </p:blipFill>
        <p:spPr bwMode="auto">
          <a:xfrm>
            <a:off x="6281735" y="421287"/>
            <a:ext cx="5906121" cy="601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64EE7-2885-5B35-09FC-7411DA8A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58468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5DEC9-65CE-D9A0-0FC0-61C18214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FB3D2-3B3E-F31E-DE1D-242147E0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Types of Servos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DA14-B103-4CE8-0EBC-58B406C343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b="1"/>
              <a:t>Standard Servos</a:t>
            </a:r>
            <a:endParaRPr lang="en-US" sz="1900"/>
          </a:p>
          <a:p>
            <a:pPr lvl="1">
              <a:lnSpc>
                <a:spcPct val="90000"/>
              </a:lnSpc>
            </a:pPr>
            <a:r>
              <a:rPr lang="en-US" sz="1900"/>
              <a:t>Limited range (typically 0° to 180°)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Used for arms, claws, levers</a:t>
            </a:r>
          </a:p>
          <a:p>
            <a:pPr marL="228600" lvl="1"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 b="1"/>
              <a:t>Continuous Rotation Servos (CR Servos)</a:t>
            </a:r>
            <a:endParaRPr lang="en-US" sz="1900"/>
          </a:p>
          <a:p>
            <a:pPr lvl="1">
              <a:lnSpc>
                <a:spcPct val="90000"/>
              </a:lnSpc>
            </a:pPr>
            <a:r>
              <a:rPr lang="en-US" sz="1900"/>
              <a:t>Behave like DC motors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Control speed and direction, not position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Used for low-power drive systems or rollers</a:t>
            </a:r>
          </a:p>
          <a:p>
            <a:pPr marL="228600" lvl="1"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Many servos support both modes</a:t>
            </a:r>
          </a:p>
        </p:txBody>
      </p:sp>
      <p:pic>
        <p:nvPicPr>
          <p:cNvPr id="1028" name="Picture 4" descr="Wheel for continuous rotation servo SG90 Servo FS90R">
            <a:extLst>
              <a:ext uri="{FF2B5EF4-FFF2-40B4-BE49-F238E27FC236}">
                <a16:creationId xmlns:a16="http://schemas.microsoft.com/office/drawing/2014/main" id="{E1AAC9AB-EF60-3DEE-BF8E-79FFC6441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2269" y="-74229"/>
            <a:ext cx="3582369" cy="358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robotic arm with wires and a blue and black object&#10;&#10;AI-generated content may be incorrect.">
            <a:extLst>
              <a:ext uri="{FF2B5EF4-FFF2-40B4-BE49-F238E27FC236}">
                <a16:creationId xmlns:a16="http://schemas.microsoft.com/office/drawing/2014/main" id="{D3511BBA-117C-6FFE-9ED6-EB032F4B5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491715" y="3030323"/>
            <a:ext cx="3153424" cy="316238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2CB7C-2657-54FE-5792-0630B1EE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59328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316A-B6B7-DC43-33FB-60DFA7B4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2" y="7953"/>
            <a:ext cx="4668818" cy="1724269"/>
          </a:xfrm>
        </p:spPr>
        <p:txBody>
          <a:bodyPr/>
          <a:lstStyle/>
          <a:p>
            <a:r>
              <a:rPr lang="en-US" dirty="0"/>
              <a:t>Servos vs DC Motors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8AAC5D-2DE1-E5F1-49D2-75E929B55DE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952058769"/>
              </p:ext>
            </p:extLst>
          </p:nvPr>
        </p:nvGraphicFramePr>
        <p:xfrm>
          <a:off x="2244494" y="3425153"/>
          <a:ext cx="7955999" cy="2894400"/>
        </p:xfrm>
        <a:graphic>
          <a:graphicData uri="http://schemas.openxmlformats.org/drawingml/2006/table">
            <a:tbl>
              <a:tblPr/>
              <a:tblGrid>
                <a:gridCol w="2116800">
                  <a:extLst>
                    <a:ext uri="{9D8B030D-6E8A-4147-A177-3AD203B41FA5}">
                      <a16:colId xmlns:a16="http://schemas.microsoft.com/office/drawing/2014/main" val="127310998"/>
                    </a:ext>
                  </a:extLst>
                </a:gridCol>
                <a:gridCol w="3175200">
                  <a:extLst>
                    <a:ext uri="{9D8B030D-6E8A-4147-A177-3AD203B41FA5}">
                      <a16:colId xmlns:a16="http://schemas.microsoft.com/office/drawing/2014/main" val="690022572"/>
                    </a:ext>
                  </a:extLst>
                </a:gridCol>
                <a:gridCol w="2663999">
                  <a:extLst>
                    <a:ext uri="{9D8B030D-6E8A-4147-A177-3AD203B41FA5}">
                      <a16:colId xmlns:a16="http://schemas.microsoft.com/office/drawing/2014/main" val="1565083027"/>
                    </a:ext>
                  </a:extLst>
                </a:gridCol>
              </a:tblGrid>
              <a:tr h="578880">
                <a:tc>
                  <a:txBody>
                    <a:bodyPr/>
                    <a:lstStyle/>
                    <a:p>
                      <a:r>
                        <a:rPr lang="en-US" sz="1600" b="1"/>
                        <a:t>Feature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DC Motor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Servo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650992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r>
                        <a:rPr lang="en-US" sz="1600"/>
                        <a:t>Control Type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Power (speed &amp; direction)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Position (angle)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278574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r>
                        <a:rPr lang="en-US" sz="1600" dirty="0"/>
                        <a:t>Feedback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Needs external encoder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Built-in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40334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r>
                        <a:rPr lang="en-US" sz="1600"/>
                        <a:t>Range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Continuous rotation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(std servos)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284609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r>
                        <a:rPr lang="en-US" sz="1600"/>
                        <a:t>Best For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High-speed motion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Precision movements</a:t>
                      </a:r>
                    </a:p>
                  </a:txBody>
                  <a:tcPr marL="38457" marR="38457" marT="19228" marB="192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69537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811500F-DF9C-3CD8-6B93-35E08CE6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318" y="378271"/>
            <a:ext cx="5720750" cy="268201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9AC60-5D70-3320-E42F-A3283AB1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409926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7E49C-F8DE-E1A7-5920-E1E62D3E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465AF-277C-AD21-F6A0-904681EB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A758D-A6E7-9E79-437E-8BF96955377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Claws/Grippers</a:t>
            </a:r>
            <a:r>
              <a:rPr lang="en-US" sz="2000"/>
              <a:t> → open/close accurately</a:t>
            </a:r>
          </a:p>
          <a:p>
            <a:pPr>
              <a:lnSpc>
                <a:spcPct val="90000"/>
              </a:lnSpc>
            </a:pPr>
            <a:r>
              <a:rPr lang="en-US" sz="2000" b="1"/>
              <a:t>Arm Joints</a:t>
            </a:r>
            <a:r>
              <a:rPr lang="en-US" sz="2000"/>
              <a:t> → set angles for pick-and-place</a:t>
            </a:r>
          </a:p>
          <a:p>
            <a:pPr>
              <a:lnSpc>
                <a:spcPct val="90000"/>
              </a:lnSpc>
            </a:pPr>
            <a:r>
              <a:rPr lang="en-US" sz="2000" b="1"/>
              <a:t>Latches/Gates</a:t>
            </a:r>
            <a:r>
              <a:rPr lang="en-US" sz="2000"/>
              <a:t> → control cargo flow</a:t>
            </a:r>
          </a:p>
          <a:p>
            <a:pPr>
              <a:lnSpc>
                <a:spcPct val="90000"/>
              </a:lnSpc>
            </a:pPr>
            <a:r>
              <a:rPr lang="en-US" sz="2000" b="1"/>
              <a:t>Linear actuators</a:t>
            </a:r>
            <a:r>
              <a:rPr lang="en-US" sz="2000"/>
              <a:t> → push/pull mechanisms</a:t>
            </a:r>
          </a:p>
          <a:p>
            <a:pPr>
              <a:lnSpc>
                <a:spcPct val="90000"/>
              </a:lnSpc>
            </a:pPr>
            <a:r>
              <a:rPr lang="en-US" sz="2000"/>
              <a:t>Marker dropping, trap doors, toggles</a:t>
            </a:r>
          </a:p>
        </p:txBody>
      </p:sp>
      <p:pic>
        <p:nvPicPr>
          <p:cNvPr id="3074" name="Picture 2" descr="6-axis compact and high-speed robotic arms - ASA Glue">
            <a:extLst>
              <a:ext uri="{FF2B5EF4-FFF2-40B4-BE49-F238E27FC236}">
                <a16:creationId xmlns:a16="http://schemas.microsoft.com/office/drawing/2014/main" id="{024A604F-FE8A-CCA3-37DB-28DA3CC13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" r="5882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CFBDC-C691-D67B-B41B-395CBA8C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87628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4F46-CECF-B10A-B7DE-936D81E5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83040"/>
            <a:ext cx="10492632" cy="1143000"/>
          </a:xfrm>
        </p:spPr>
        <p:txBody>
          <a:bodyPr>
            <a:normAutofit/>
          </a:bodyPr>
          <a:lstStyle/>
          <a:p>
            <a:r>
              <a:rPr lang="en-US" dirty="0"/>
              <a:t>Programming Standard Servos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B84E8-95F2-4E4A-0711-CAC941F382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10687032" cy="4489704"/>
          </a:xfrm>
        </p:spPr>
        <p:txBody>
          <a:bodyPr/>
          <a:lstStyle/>
          <a:p>
            <a:r>
              <a:rPr lang="en-US" dirty="0"/>
              <a:t>Set position from 0.0 to 1.0 (scaled to angle)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0.0 = one extreme, 1.0 = opposite extreme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A0E1B9-5BCF-ABC1-7DF0-C1E0EEF5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000"/>
          <a:stretch>
            <a:fillRect/>
          </a:stretch>
        </p:blipFill>
        <p:spPr>
          <a:xfrm>
            <a:off x="532200" y="2563484"/>
            <a:ext cx="10142088" cy="112291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7C6A7-009E-273A-B9A2-5CB20F46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97909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60B1-C65F-ED76-0313-E43270F4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9683-F917-CF9C-CB73-683905C7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83040"/>
            <a:ext cx="10492632" cy="1143000"/>
          </a:xfrm>
        </p:spPr>
        <p:txBody>
          <a:bodyPr>
            <a:normAutofit/>
          </a:bodyPr>
          <a:lstStyle/>
          <a:p>
            <a:r>
              <a:rPr lang="en-US" dirty="0"/>
              <a:t>Programming </a:t>
            </a:r>
            <a:r>
              <a:rPr lang="en-US" dirty="0" err="1"/>
              <a:t>CRServos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1863B-577F-E64D-330D-77702B414C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10687032" cy="4489704"/>
          </a:xfrm>
        </p:spPr>
        <p:txBody>
          <a:bodyPr/>
          <a:lstStyle/>
          <a:p>
            <a:r>
              <a:rPr lang="en-US" dirty="0"/>
              <a:t>Behaves like a motor, with continuous rotation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for spinning, intake, low-load movement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7F233-755A-2F5D-64CD-45A29351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99" y="2491988"/>
            <a:ext cx="10624179" cy="12808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F2DF-DEA7-FD7B-F1BD-DD96C401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71120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B680E-C88A-BB79-A731-24D53DAE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Servo Programmer</a:t>
            </a:r>
          </a:p>
        </p:txBody>
      </p:sp>
      <p:sp>
        <p:nvSpPr>
          <p:cNvPr id="410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9008-AF1D-E019-F2F8-FF40EFF531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A </a:t>
            </a:r>
            <a:r>
              <a:rPr lang="en-US" sz="1500" b="1"/>
              <a:t>servo programmer</a:t>
            </a:r>
            <a:r>
              <a:rPr lang="en-US" sz="1500"/>
              <a:t> helps test and set servo positions without a robot controller</a:t>
            </a:r>
          </a:p>
          <a:p>
            <a:pPr>
              <a:lnSpc>
                <a:spcPct val="90000"/>
              </a:lnSpc>
            </a:pPr>
            <a:r>
              <a:rPr lang="en-US" sz="1500"/>
              <a:t>Plug in a standard servo and use the dial or buttons to: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Manually rotate to a specific position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Test range of motion before installing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Center the servo before mounting</a:t>
            </a:r>
          </a:p>
          <a:p>
            <a:pPr>
              <a:lnSpc>
                <a:spcPct val="90000"/>
              </a:lnSpc>
            </a:pPr>
            <a:r>
              <a:rPr lang="en-US" sz="1500"/>
              <a:t>Great for: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Troubleshooting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Pre-alignment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Testing unknown or third-party servos</a:t>
            </a:r>
          </a:p>
        </p:txBody>
      </p:sp>
      <p:pic>
        <p:nvPicPr>
          <p:cNvPr id="4100" name="Picture 4" descr="SRS Programmer">
            <a:extLst>
              <a:ext uri="{FF2B5EF4-FFF2-40B4-BE49-F238E27FC236}">
                <a16:creationId xmlns:a16="http://schemas.microsoft.com/office/drawing/2014/main" id="{F9EA8916-DB1A-9942-573B-AAA6C8FAE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7" r="-1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solidFill>
            <a:srgbClr val="FFFFFF"/>
          </a:solid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B907F-1348-DB52-0B10-52386AB9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32240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5B3B7-DF6A-C6A2-BCE0-C8D7DBD9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Program a Servo Clock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7370-2242-530C-5B66-19AA9561BAB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endParaRPr lang="en-US" sz="2200"/>
          </a:p>
          <a:p>
            <a:pPr>
              <a:lnSpc>
                <a:spcPct val="90000"/>
              </a:lnSpc>
            </a:pPr>
            <a:r>
              <a:rPr lang="en-US" sz="2200"/>
              <a:t>Use the provided 3D Printed Clock</a:t>
            </a:r>
          </a:p>
          <a:p>
            <a:pPr>
              <a:lnSpc>
                <a:spcPct val="90000"/>
              </a:lnSpc>
            </a:pPr>
            <a:endParaRPr lang="en-US" sz="2200"/>
          </a:p>
          <a:p>
            <a:pPr>
              <a:lnSpc>
                <a:spcPct val="90000"/>
              </a:lnSpc>
            </a:pPr>
            <a:r>
              <a:rPr lang="en-US" sz="2200"/>
              <a:t>Start at </a:t>
            </a:r>
            <a:r>
              <a:rPr lang="en-US" sz="2200" b="1"/>
              <a:t>12</a:t>
            </a:r>
            <a:r>
              <a:rPr lang="en-US" sz="2200"/>
              <a:t> o’clock</a:t>
            </a:r>
          </a:p>
          <a:p>
            <a:pPr>
              <a:lnSpc>
                <a:spcPct val="90000"/>
              </a:lnSpc>
            </a:pPr>
            <a:r>
              <a:rPr lang="en-US" sz="2200"/>
              <a:t>Move to </a:t>
            </a:r>
            <a:r>
              <a:rPr lang="en-US" sz="2200" b="1"/>
              <a:t>5</a:t>
            </a:r>
            <a:r>
              <a:rPr lang="en-US" sz="2200"/>
              <a:t> o’clock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87132-A547-76E9-F504-295ADD3A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5" r="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805A9-5A16-A168-F043-D3D2F177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57636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75DD1-50DE-10AA-2529-EEBD3A59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28ED-224B-9B7A-D36C-05AF29C9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86863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Build a Rover Arm</a:t>
            </a:r>
          </a:p>
        </p:txBody>
      </p:sp>
      <p:pic>
        <p:nvPicPr>
          <p:cNvPr id="14" name="Picture 13" descr="A robot on the surface of the planet mars&#10;&#10;AI-generated content may be incorrect.">
            <a:extLst>
              <a:ext uri="{FF2B5EF4-FFF2-40B4-BE49-F238E27FC236}">
                <a16:creationId xmlns:a16="http://schemas.microsoft.com/office/drawing/2014/main" id="{8855D45D-34C4-3717-BD5F-36ABBF2DD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163" r="15887"/>
          <a:stretch/>
        </p:blipFill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noFill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FA85CB-8AEE-294C-61E5-2BD077FAEAB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Build a servo-based arm for Mars sample collection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C3D30-C132-989E-F9C8-AC087ACCEC3B}"/>
              </a:ext>
            </a:extLst>
          </p:cNvPr>
          <p:cNvSpPr txBox="1"/>
          <p:nvPr/>
        </p:nvSpPr>
        <p:spPr>
          <a:xfrm>
            <a:off x="2908800" y="578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F7BA0-037C-BE12-910E-023B0EF5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1293499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641</Words>
  <Application>Microsoft Macintosh PowerPoint</Application>
  <PresentationFormat>Widescreen</PresentationFormat>
  <Paragraphs>89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Dune</vt:lpstr>
      <vt:lpstr>Servos </vt:lpstr>
      <vt:lpstr>What is a Servo</vt:lpstr>
      <vt:lpstr>Types of Servos</vt:lpstr>
      <vt:lpstr>Servos vs DC Motors</vt:lpstr>
      <vt:lpstr>Application</vt:lpstr>
      <vt:lpstr>Programming Standard Servos</vt:lpstr>
      <vt:lpstr>Programming CRServos</vt:lpstr>
      <vt:lpstr>Servo Programmer</vt:lpstr>
      <vt:lpstr>Program a Servo Clock</vt:lpstr>
      <vt:lpstr>Build a Rover Arm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Aarush Abraham</cp:lastModifiedBy>
  <cp:revision>20</cp:revision>
  <dcterms:created xsi:type="dcterms:W3CDTF">2025-05-03T16:22:45Z</dcterms:created>
  <dcterms:modified xsi:type="dcterms:W3CDTF">2026-02-11T03:31:32Z</dcterms:modified>
</cp:coreProperties>
</file>