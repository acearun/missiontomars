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2" r:id="rId4"/>
    <p:sldId id="258" r:id="rId5"/>
    <p:sldId id="263" r:id="rId6"/>
    <p:sldId id="260" r:id="rId7"/>
    <p:sldId id="264" r:id="rId8"/>
    <p:sldId id="261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737"/>
  </p:normalViewPr>
  <p:slideViewPr>
    <p:cSldViewPr snapToGrid="0">
      <p:cViewPr>
        <p:scale>
          <a:sx n="225" d="100"/>
          <a:sy n="225" d="100"/>
        </p:scale>
        <p:origin x="-2976" y="-2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F940C-4754-E146-BD2F-DD0A3B2826F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FF05C-5B1C-4641-9F25-3422BCD61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51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03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CD7AF-4151-5C19-AFD6-E1F4D10A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DD5AB-D954-8F41-C16B-080FCB658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28DB8-609A-22B6-C29B-2E2C8144D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5AFDA-EE9B-3355-FDFF-D337CF5DE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11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10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AB227-8DF6-E2F5-E051-68AB5E1F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EF9A8-B929-B061-FB93-D232B771E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A329D-B573-918F-ADB0-5CCFBA809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2C596-8CDC-1CA5-A36E-56EBE9F6A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35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B5136-B726-4974-3842-87F3AAB2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35D96-D07C-D51D-661B-589284D28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E441B-500E-82E6-49C6-D73CE6F06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diagonal right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1269D-2B74-7B5C-32B7-A068F251D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99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B070-F251-92EE-EF7D-51D53FD3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5374D-A106-48C5-8BFF-E98B2BBCD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63D42-E1F3-6B82-F595-1A3D77F33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diagonal right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F0AD9-AC6F-1050-B569-1F12DE54A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07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BB24-59BB-E888-3A2B-326F0FEE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9258A-AD5E-C873-3FF4-9EAA6E907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77AFE-495B-29FF-1436-01860B735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right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167CC-17ED-6B2A-7B92-2B60D26A4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49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71AD-D0E8-85A1-86B5-315A0642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D3D92-EA17-131F-939C-CD0878BC7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B2FA5-932B-5798-1397-A5C7805BC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19C21-B5BB-58B5-CAB1-633579E06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53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76F3-6C20-1759-14AA-7F830BBC4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C55E4-20D3-1801-170A-0EDD24D81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86770-60EA-EDE2-A30C-FBD7FD46D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 right curve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10D19-D6F0-632D-BE93-42C18E75C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4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A2C1-9238-0B55-359A-58BA3F1A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8E453-1DBB-793E-87EF-F8D19B907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D6F40-392F-7C70-09DB-9A7EEF88E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curve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FCBBE-8458-005B-620A-10EB3B8F6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76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D62D-AC64-1507-03BA-5386CB7BD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8B63D-E7F0-9DE9-ADF9-EB3BCDBA5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72E69-DA61-9DF1-DA12-568E716EF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curve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54E97-571A-DE72-E444-13EE21A4F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36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FA2E-95B7-2CC3-BE39-A325E15BB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28871-3732-FB85-D125-8C20087A9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32FD1-FEDE-1FC6-5877-080074E6C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curve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C4DD7-FD61-B706-E64F-07DE55004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FF05C-5B1C-4641-9F25-3422BCD61C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0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6E290-57BE-3197-2274-69764E37B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263A2-582B-C4C2-501D-01ABF86A8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29B80-6EDC-1E3F-3F96-037DCAB1D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C117B-2B9E-020F-A050-BD519D62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FB985-9675-1C4A-B068-3D003E1E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5507F-8CD9-0D50-8469-8EC6B41B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E44F5-C3D1-67C0-3909-007DEFA6C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7D29A-51E4-E76C-E449-BE30E4FD2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CFC5D-2EE4-8B96-29B8-65CC97E3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F4E1-5F4F-C5BF-F189-BF4F41B4C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8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01F99-5A77-D1A3-B01F-64717169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9409F-3915-2C53-01F5-962BEE5B2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68CC6-9D50-6B79-03AF-CC38FAD4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590B9-FF73-6F18-406D-D639F7E0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B1360-9488-E402-624A-74BC42AD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1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4B935-3A06-AF55-9D63-AF53EAC61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6C213-6BC1-9CC6-DF87-73FF8127A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827EA-EBD9-899F-9254-895F3C33B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E484B-895D-E874-FC83-8C4224759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74DCE-30B6-2A5B-11B4-F466B1E3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EC7C8-4EAA-0982-42A9-AF03D424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2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9DE5-499D-4B1E-689B-5C60E061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11F78-3F21-9294-E15A-33595391D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A976E-BD54-61C4-3EE4-C37E499D8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0956B-F9DA-24CB-6254-3EC671ABD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C62D5-98B9-D54C-B957-56F18B525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85009-0975-9088-6C34-F2C6D7FD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DCF5-C3BE-1775-2F5E-9161AD004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92EC4-6F1F-E9EB-0826-C71CB282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17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305D-4028-ACC3-8A02-A84EBA87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A1332-C1D8-1FED-ECD3-CCF4907FA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A1F4D-5150-F507-6F2D-FF7E23DF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5F754-310E-E54B-3745-A94728C58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4ED21B-9153-85AC-F18B-BA7E4036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571263-C7B7-2037-0F6E-5FBA0A596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DE686-4E5C-35CC-4080-605BA106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4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19156-1417-E143-11DF-1374A7D6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56D4C-EEE2-157E-E4C8-37755ADBC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D1818-D497-5D4E-D3D8-514229E73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257B3-4BB8-785B-B66E-6ACE88FA4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7195E-98EB-A719-7ED5-7D9A1FE07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D7D8F-BA3A-58B3-C2F0-A423B5A06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96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B7FA-E89A-DC32-E669-C0038217A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83B15B-E4AF-7F56-9FAB-697D7445C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EA9A2-693E-470C-DFBC-9BC8731FE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19AE5-2D0D-8D3A-9C38-DAF07CA81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E3B14-9423-D717-7F4E-31ED588C2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9744E-03AB-7DB9-9784-1880F55C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2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97E1-2DF5-D2CB-2E19-09F27AE8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F59D0-36DF-C1B5-9CEC-FC1527779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DAD5E-3F67-7C20-505B-1DB2E67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C789F-37FE-1813-F914-50073FAE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67D68-CC20-C670-A1FD-718048E8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13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BF52B7-9871-F66B-4D0E-39CBF2D23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DF4D7-6AA5-0CCD-D54D-712A37BEB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9473E-3FF4-2275-8E7B-9B29F8829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00D06-A8EF-429D-1F03-58F73173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32E4E-619B-6BA0-A6FF-702BD4A7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2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33AE0B-32F5-5832-A50E-2C81D8C8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98AF3-C0CD-5356-D2D8-D1554F8E0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A29DE-18E7-9F44-6F84-BC72B7F409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62637-765F-844C-9CE3-1D7F1C429DA5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34310-190E-9026-E7AC-2D6ECA8ED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BFE7A-7FE9-4314-B87C-419F68A02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413F8-F4B8-A846-B511-1603D7930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B7A9-02EA-529B-DA17-2DBBBD4CA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Mecanum Motion Quiz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B2EC2-70F7-CC29-5AFA-A7C05339C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Mission to Mars</a:t>
            </a:r>
          </a:p>
        </p:txBody>
      </p:sp>
    </p:spTree>
    <p:extLst>
      <p:ext uri="{BB962C8B-B14F-4D97-AF65-F5344CB8AC3E}">
        <p14:creationId xmlns:p14="http://schemas.microsoft.com/office/powerpoint/2010/main" val="173610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EEB5-D906-74DB-ACB1-69FDED159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0A249592-6D79-513A-99FA-296B281440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19" b="53904"/>
          <a:stretch>
            <a:fillRect/>
          </a:stretch>
        </p:blipFill>
        <p:spPr bwMode="auto">
          <a:xfrm>
            <a:off x="2895600" y="1402306"/>
            <a:ext cx="6409037" cy="5090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BFD57A-558E-F153-C50F-9A99C772A508}"/>
              </a:ext>
            </a:extLst>
          </p:cNvPr>
          <p:cNvSpPr/>
          <p:nvPr/>
        </p:nvSpPr>
        <p:spPr>
          <a:xfrm>
            <a:off x="5590221" y="3429000"/>
            <a:ext cx="1190852" cy="1476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78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82650-7433-CD22-910B-E93F70B2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4091-7158-D788-CBF8-61DB1675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E1278F28-1348-FEAE-5083-14067C9F9F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19" b="53904"/>
          <a:stretch>
            <a:fillRect/>
          </a:stretch>
        </p:blipFill>
        <p:spPr bwMode="auto">
          <a:xfrm>
            <a:off x="2895600" y="1402306"/>
            <a:ext cx="6409037" cy="5090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119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1C48-DBA7-1223-24D7-8FB75A44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5315B-D02C-E3B8-47AA-87533B72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F936604D-D229-0E8A-617D-90A3EF0DC5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40" t="905" r="35279" b="52999"/>
          <a:stretch>
            <a:fillRect/>
          </a:stretch>
        </p:blipFill>
        <p:spPr bwMode="auto">
          <a:xfrm>
            <a:off x="2739933" y="1456696"/>
            <a:ext cx="5840894" cy="46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0DA32D-CAD0-A017-A121-C6B3C1B777FA}"/>
              </a:ext>
            </a:extLst>
          </p:cNvPr>
          <p:cNvSpPr/>
          <p:nvPr/>
        </p:nvSpPr>
        <p:spPr>
          <a:xfrm>
            <a:off x="5074023" y="3299012"/>
            <a:ext cx="1308121" cy="1472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2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D81AD-C71B-B864-02E9-D296C5661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8044-6C0C-9385-BEC4-8DF0ECC70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BDB7BEDE-F868-46E6-ADBD-C7BE69094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40" t="905" r="35279" b="52999"/>
          <a:stretch>
            <a:fillRect/>
          </a:stretch>
        </p:blipFill>
        <p:spPr bwMode="auto">
          <a:xfrm>
            <a:off x="2739933" y="1456696"/>
            <a:ext cx="5840894" cy="46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39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2DAC9-D124-C1C0-7EBF-5D1B03B1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438C-E35F-F7F9-D85C-6B8806F3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D1E2C002-844E-FDB5-FBD9-9EEF8A87F4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58" t="995" r="961" b="52909"/>
          <a:stretch>
            <a:fillRect/>
          </a:stretch>
        </p:blipFill>
        <p:spPr bwMode="auto">
          <a:xfrm>
            <a:off x="2590799" y="1565580"/>
            <a:ext cx="5997388" cy="476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831FE3-3E01-C0B8-54AA-83AD83F754C9}"/>
              </a:ext>
            </a:extLst>
          </p:cNvPr>
          <p:cNvSpPr/>
          <p:nvPr/>
        </p:nvSpPr>
        <p:spPr>
          <a:xfrm>
            <a:off x="5007514" y="3429000"/>
            <a:ext cx="1308121" cy="1472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1CD3-335F-2E5C-BEEA-5EFD1C42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BF849-1793-EDDC-EE03-C8350E3C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F3438ADA-C2AC-1A13-5E92-E26E4284D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58" t="995" r="961" b="52909"/>
          <a:stretch>
            <a:fillRect/>
          </a:stretch>
        </p:blipFill>
        <p:spPr bwMode="auto">
          <a:xfrm>
            <a:off x="2590799" y="1565580"/>
            <a:ext cx="5997388" cy="476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6696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7D3C-AE5F-D517-4881-AB78652AA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8366-8587-DAF5-84B2-8A5C14EE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DB43801E-2BB5-A3FE-8B5A-68DF067FA6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61" t="51076" r="35458" b="2828"/>
          <a:stretch>
            <a:fillRect/>
          </a:stretch>
        </p:blipFill>
        <p:spPr bwMode="auto">
          <a:xfrm>
            <a:off x="2711824" y="1548420"/>
            <a:ext cx="5607424" cy="445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D43F1D-064D-AAD0-9678-1CFCA666238F}"/>
              </a:ext>
            </a:extLst>
          </p:cNvPr>
          <p:cNvSpPr/>
          <p:nvPr/>
        </p:nvSpPr>
        <p:spPr>
          <a:xfrm>
            <a:off x="4249271" y="2659248"/>
            <a:ext cx="2680446" cy="2531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51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A6C8-A4C8-53EE-A625-2C02C7D4A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6630-CD9D-2704-DAD8-DB4022722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7EFE3FB8-1DCF-15DC-D40A-4D08E4E00F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61" t="51076" r="35458" b="2828"/>
          <a:stretch>
            <a:fillRect/>
          </a:stretch>
        </p:blipFill>
        <p:spPr bwMode="auto">
          <a:xfrm>
            <a:off x="2711824" y="1548420"/>
            <a:ext cx="5607424" cy="445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251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22452-F6B8-2CE2-D128-A8AF2157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3703-2CA3-0B2C-DF4D-0595CF35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2814307E-48B9-EAC5-1212-D195707614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" t="48950" r="69323" b="-351"/>
          <a:stretch>
            <a:fillRect/>
          </a:stretch>
        </p:blipFill>
        <p:spPr bwMode="auto">
          <a:xfrm>
            <a:off x="2829890" y="1268781"/>
            <a:ext cx="5937593" cy="522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C7331D-E228-F174-B6A4-9E584F873730}"/>
              </a:ext>
            </a:extLst>
          </p:cNvPr>
          <p:cNvSpPr/>
          <p:nvPr/>
        </p:nvSpPr>
        <p:spPr>
          <a:xfrm>
            <a:off x="4755777" y="2327552"/>
            <a:ext cx="2680446" cy="28809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48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FCE43-D3DD-5DBF-646F-42B609D90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6874-999C-1EB4-2FE6-6C322ED0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9BB94D41-EF86-61C5-FFB6-9EA574146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" t="48950" r="69323" b="-351"/>
          <a:stretch>
            <a:fillRect/>
          </a:stretch>
        </p:blipFill>
        <p:spPr bwMode="auto">
          <a:xfrm>
            <a:off x="2829890" y="1268781"/>
            <a:ext cx="5937593" cy="522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999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206D-5784-0875-9519-6ED8D3657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86B4-9B54-A309-0E50-68147D86C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B19115C6-3E2D-1AEE-FCF6-A389ADD4F0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84" t="48599" r="434"/>
          <a:stretch>
            <a:fillRect/>
          </a:stretch>
        </p:blipFill>
        <p:spPr bwMode="auto">
          <a:xfrm>
            <a:off x="2928502" y="1616241"/>
            <a:ext cx="5211451" cy="458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02E1C3-5238-81B8-ADBE-90B8DD4DD9E7}"/>
              </a:ext>
            </a:extLst>
          </p:cNvPr>
          <p:cNvSpPr/>
          <p:nvPr/>
        </p:nvSpPr>
        <p:spPr>
          <a:xfrm>
            <a:off x="4280648" y="3362979"/>
            <a:ext cx="2680446" cy="1325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98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4B77D-BDD0-ED56-32F9-22AAD94C6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19542-C365-E5F6-63C8-233DDD028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direction does the robot move?</a:t>
            </a:r>
          </a:p>
        </p:txBody>
      </p:sp>
      <p:pic>
        <p:nvPicPr>
          <p:cNvPr id="1026" name="Picture 2" descr="Mecanum wheel - Wikipedia">
            <a:extLst>
              <a:ext uri="{FF2B5EF4-FFF2-40B4-BE49-F238E27FC236}">
                <a16:creationId xmlns:a16="http://schemas.microsoft.com/office/drawing/2014/main" id="{FC183166-1D48-5DD1-5AA8-4991D11C53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84" t="48599" r="434"/>
          <a:stretch>
            <a:fillRect/>
          </a:stretch>
        </p:blipFill>
        <p:spPr bwMode="auto">
          <a:xfrm>
            <a:off x="2928502" y="1616241"/>
            <a:ext cx="5211451" cy="458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863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122</Words>
  <Application>Microsoft Macintosh PowerPoint</Application>
  <PresentationFormat>Widescreen</PresentationFormat>
  <Paragraphs>38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Mecanum Motion Quiz</vt:lpstr>
      <vt:lpstr>Which direction does the robot move?</vt:lpstr>
      <vt:lpstr>Which direction does the robot move?</vt:lpstr>
      <vt:lpstr>Which direction does the robot move?</vt:lpstr>
      <vt:lpstr>Which direction does the robot move?</vt:lpstr>
      <vt:lpstr>Which direction does the robot move?</vt:lpstr>
      <vt:lpstr>Which direction does the robot move?</vt:lpstr>
      <vt:lpstr>Which direction does the robot move?</vt:lpstr>
      <vt:lpstr>Which direction does the robot move?</vt:lpstr>
      <vt:lpstr>Which direction does the robot move?</vt:lpstr>
      <vt:lpstr>Which direction does the robot move?</vt:lpstr>
      <vt:lpstr>Which direction does the robot move?</vt:lpstr>
      <vt:lpstr>Which direction does the robot move?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Abraham</dc:creator>
  <cp:lastModifiedBy>Arun Abraham</cp:lastModifiedBy>
  <cp:revision>1</cp:revision>
  <dcterms:created xsi:type="dcterms:W3CDTF">2025-07-18T16:17:58Z</dcterms:created>
  <dcterms:modified xsi:type="dcterms:W3CDTF">2025-07-18T18:22:41Z</dcterms:modified>
</cp:coreProperties>
</file>